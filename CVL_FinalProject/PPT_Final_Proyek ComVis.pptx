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2" r:id="rId2"/>
    <p:sldId id="263" r:id="rId3"/>
    <p:sldId id="291" r:id="rId4"/>
    <p:sldId id="285" r:id="rId5"/>
    <p:sldId id="284" r:id="rId6"/>
    <p:sldId id="292" r:id="rId7"/>
    <p:sldId id="294" r:id="rId8"/>
    <p:sldId id="295" r:id="rId9"/>
    <p:sldId id="289" r:id="rId10"/>
    <p:sldId id="290" r:id="rId11"/>
    <p:sldId id="286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01416B"/>
    <a:srgbClr val="2F5597"/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DC35AC-2D35-0E4E-978E-914197852EFE}" v="453" dt="2025-10-06T08:30:29.9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50" autoAdjust="0"/>
    <p:restoredTop sz="96170"/>
  </p:normalViewPr>
  <p:slideViewPr>
    <p:cSldViewPr snapToGrid="0">
      <p:cViewPr>
        <p:scale>
          <a:sx n="125" d="100"/>
          <a:sy n="125" d="100"/>
        </p:scale>
        <p:origin x="1998" y="13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lina S.Kom. M.Eng" userId="7bc29ec1-d92f-4d80-bc81-062053b4d3d9" providerId="ADAL" clId="{BFC01484-89C3-5DAD-82BB-21180C2697D5}"/>
    <pc:docChg chg="undo redo custSel addSld delSld modSld">
      <pc:chgData name="Herlina S.Kom. M.Eng" userId="7bc29ec1-d92f-4d80-bc81-062053b4d3d9" providerId="ADAL" clId="{BFC01484-89C3-5DAD-82BB-21180C2697D5}" dt="2025-10-06T08:30:16.262" v="3801" actId="179"/>
      <pc:docMkLst>
        <pc:docMk/>
      </pc:docMkLst>
      <pc:sldChg chg="addSp delSp modSp mod">
        <pc:chgData name="Herlina S.Kom. M.Eng" userId="7bc29ec1-d92f-4d80-bc81-062053b4d3d9" providerId="ADAL" clId="{BFC01484-89C3-5DAD-82BB-21180C2697D5}" dt="2025-10-03T02:48:09.843" v="2111" actId="20577"/>
        <pc:sldMkLst>
          <pc:docMk/>
          <pc:sldMk cId="2409924519" sldId="262"/>
        </pc:sldMkLst>
        <pc:spChg chg="mod">
          <ac:chgData name="Herlina S.Kom. M.Eng" userId="7bc29ec1-d92f-4d80-bc81-062053b4d3d9" providerId="ADAL" clId="{BFC01484-89C3-5DAD-82BB-21180C2697D5}" dt="2025-10-03T02:48:09.843" v="2111" actId="20577"/>
          <ac:spMkLst>
            <pc:docMk/>
            <pc:sldMk cId="2409924519" sldId="262"/>
            <ac:spMk id="2" creationId="{22E6419A-03F9-CABB-207B-9527FD177C19}"/>
          </ac:spMkLst>
        </pc:spChg>
      </pc:sldChg>
      <pc:sldChg chg="addSp delSp modSp mod">
        <pc:chgData name="Herlina S.Kom. M.Eng" userId="7bc29ec1-d92f-4d80-bc81-062053b4d3d9" providerId="ADAL" clId="{BFC01484-89C3-5DAD-82BB-21180C2697D5}" dt="2025-10-03T05:58:40.038" v="2412"/>
        <pc:sldMkLst>
          <pc:docMk/>
          <pc:sldMk cId="617624767" sldId="263"/>
        </pc:sldMkLst>
        <pc:spChg chg="add mod">
          <ac:chgData name="Herlina S.Kom. M.Eng" userId="7bc29ec1-d92f-4d80-bc81-062053b4d3d9" providerId="ADAL" clId="{BFC01484-89C3-5DAD-82BB-21180C2697D5}" dt="2025-10-03T03:26:54.496" v="2279" actId="20577"/>
          <ac:spMkLst>
            <pc:docMk/>
            <pc:sldMk cId="617624767" sldId="263"/>
            <ac:spMk id="4" creationId="{01CE3646-41D3-8177-7057-81A08D2B65C4}"/>
          </ac:spMkLst>
        </pc:spChg>
        <pc:spChg chg="add mod">
          <ac:chgData name="Herlina S.Kom. M.Eng" userId="7bc29ec1-d92f-4d80-bc81-062053b4d3d9" providerId="ADAL" clId="{BFC01484-89C3-5DAD-82BB-21180C2697D5}" dt="2025-10-03T03:26:36.486" v="2248" actId="14100"/>
          <ac:spMkLst>
            <pc:docMk/>
            <pc:sldMk cId="617624767" sldId="263"/>
            <ac:spMk id="8" creationId="{B5032CFC-D9E7-C379-FF94-1D0C3F23CCC4}"/>
          </ac:spMkLst>
        </pc:spChg>
        <pc:spChg chg="add mod">
          <ac:chgData name="Herlina S.Kom. M.Eng" userId="7bc29ec1-d92f-4d80-bc81-062053b4d3d9" providerId="ADAL" clId="{BFC01484-89C3-5DAD-82BB-21180C2697D5}" dt="2025-10-03T03:26:33.620" v="2247" actId="14100"/>
          <ac:spMkLst>
            <pc:docMk/>
            <pc:sldMk cId="617624767" sldId="263"/>
            <ac:spMk id="9" creationId="{BCAEE833-166C-6EBB-3D25-FDA9D91489EC}"/>
          </ac:spMkLst>
        </pc:spChg>
        <pc:spChg chg="add mod">
          <ac:chgData name="Herlina S.Kom. M.Eng" userId="7bc29ec1-d92f-4d80-bc81-062053b4d3d9" providerId="ADAL" clId="{BFC01484-89C3-5DAD-82BB-21180C2697D5}" dt="2025-10-03T05:58:40.038" v="2412"/>
          <ac:spMkLst>
            <pc:docMk/>
            <pc:sldMk cId="617624767" sldId="263"/>
            <ac:spMk id="11" creationId="{7BB80D34-B43C-2224-9CC5-55005EC5F970}"/>
          </ac:spMkLst>
        </pc:spChg>
        <pc:picChg chg="add mod">
          <ac:chgData name="Herlina S.Kom. M.Eng" userId="7bc29ec1-d92f-4d80-bc81-062053b4d3d9" providerId="ADAL" clId="{BFC01484-89C3-5DAD-82BB-21180C2697D5}" dt="2025-10-03T03:25:56.791" v="2225" actId="1076"/>
          <ac:picMkLst>
            <pc:docMk/>
            <pc:sldMk cId="617624767" sldId="263"/>
            <ac:picMk id="3" creationId="{46DC2B21-FCF0-33A2-0531-8D9AE1CA1116}"/>
          </ac:picMkLst>
        </pc:picChg>
        <pc:picChg chg="add mod">
          <ac:chgData name="Herlina S.Kom. M.Eng" userId="7bc29ec1-d92f-4d80-bc81-062053b4d3d9" providerId="ADAL" clId="{BFC01484-89C3-5DAD-82BB-21180C2697D5}" dt="2025-10-03T03:26:00.389" v="2226" actId="1076"/>
          <ac:picMkLst>
            <pc:docMk/>
            <pc:sldMk cId="617624767" sldId="263"/>
            <ac:picMk id="7" creationId="{DAFE8733-4E2B-68D9-E571-ACB2248049A5}"/>
          </ac:picMkLst>
        </pc:picChg>
      </pc:sldChg>
      <pc:sldChg chg="modSp mod">
        <pc:chgData name="Herlina S.Kom. M.Eng" userId="7bc29ec1-d92f-4d80-bc81-062053b4d3d9" providerId="ADAL" clId="{BFC01484-89C3-5DAD-82BB-21180C2697D5}" dt="2025-10-06T08:30:16.262" v="3801" actId="179"/>
        <pc:sldMkLst>
          <pc:docMk/>
          <pc:sldMk cId="2972834684" sldId="265"/>
        </pc:sldMkLst>
        <pc:spChg chg="mod">
          <ac:chgData name="Herlina S.Kom. M.Eng" userId="7bc29ec1-d92f-4d80-bc81-062053b4d3d9" providerId="ADAL" clId="{BFC01484-89C3-5DAD-82BB-21180C2697D5}" dt="2025-09-16T03:05:33.158" v="2086" actId="20577"/>
          <ac:spMkLst>
            <pc:docMk/>
            <pc:sldMk cId="2972834684" sldId="265"/>
            <ac:spMk id="2" creationId="{DDAF4CDE-197C-0244-12A5-DD1CD47ED521}"/>
          </ac:spMkLst>
        </pc:spChg>
        <pc:spChg chg="mod">
          <ac:chgData name="Herlina S.Kom. M.Eng" userId="7bc29ec1-d92f-4d80-bc81-062053b4d3d9" providerId="ADAL" clId="{BFC01484-89C3-5DAD-82BB-21180C2697D5}" dt="2025-10-06T08:30:16.262" v="3801" actId="179"/>
          <ac:spMkLst>
            <pc:docMk/>
            <pc:sldMk cId="2972834684" sldId="265"/>
            <ac:spMk id="10" creationId="{2B810006-270B-54F8-D90E-7D9D2F13EBDA}"/>
          </ac:spMkLst>
        </pc:spChg>
      </pc:sldChg>
      <pc:sldChg chg="addSp delSp modSp add del mod">
        <pc:chgData name="Herlina S.Kom. M.Eng" userId="7bc29ec1-d92f-4d80-bc81-062053b4d3d9" providerId="ADAL" clId="{BFC01484-89C3-5DAD-82BB-21180C2697D5}" dt="2025-10-03T06:04:04.893" v="2435" actId="2696"/>
        <pc:sldMkLst>
          <pc:docMk/>
          <pc:sldMk cId="2918772667" sldId="266"/>
        </pc:sldMkLst>
      </pc:sldChg>
      <pc:sldChg chg="del">
        <pc:chgData name="Herlina S.Kom. M.Eng" userId="7bc29ec1-d92f-4d80-bc81-062053b4d3d9" providerId="ADAL" clId="{BFC01484-89C3-5DAD-82BB-21180C2697D5}" dt="2025-09-11T01:58:36.016" v="770" actId="2696"/>
        <pc:sldMkLst>
          <pc:docMk/>
          <pc:sldMk cId="2943483614" sldId="267"/>
        </pc:sldMkLst>
      </pc:sldChg>
      <pc:sldChg chg="modSp add del mod">
        <pc:chgData name="Herlina S.Kom. M.Eng" userId="7bc29ec1-d92f-4d80-bc81-062053b4d3d9" providerId="ADAL" clId="{BFC01484-89C3-5DAD-82BB-21180C2697D5}" dt="2025-09-11T02:46:54.238" v="919" actId="2696"/>
        <pc:sldMkLst>
          <pc:docMk/>
          <pc:sldMk cId="3928467930" sldId="267"/>
        </pc:sldMkLst>
      </pc:sldChg>
      <pc:sldChg chg="modSp add del mod">
        <pc:chgData name="Herlina S.Kom. M.Eng" userId="7bc29ec1-d92f-4d80-bc81-062053b4d3d9" providerId="ADAL" clId="{BFC01484-89C3-5DAD-82BB-21180C2697D5}" dt="2025-09-11T02:48:05.477" v="930" actId="2696"/>
        <pc:sldMkLst>
          <pc:docMk/>
          <pc:sldMk cId="2222210249" sldId="268"/>
        </pc:sldMkLst>
      </pc:sldChg>
      <pc:sldChg chg="modSp add del mod">
        <pc:chgData name="Herlina S.Kom. M.Eng" userId="7bc29ec1-d92f-4d80-bc81-062053b4d3d9" providerId="ADAL" clId="{BFC01484-89C3-5DAD-82BB-21180C2697D5}" dt="2025-09-11T02:51:07.532" v="982" actId="2696"/>
        <pc:sldMkLst>
          <pc:docMk/>
          <pc:sldMk cId="3961897766" sldId="269"/>
        </pc:sldMkLst>
      </pc:sldChg>
      <pc:sldChg chg="modSp add del mod">
        <pc:chgData name="Herlina S.Kom. M.Eng" userId="7bc29ec1-d92f-4d80-bc81-062053b4d3d9" providerId="ADAL" clId="{BFC01484-89C3-5DAD-82BB-21180C2697D5}" dt="2025-09-11T02:51:08.951" v="983" actId="2696"/>
        <pc:sldMkLst>
          <pc:docMk/>
          <pc:sldMk cId="1844627972" sldId="270"/>
        </pc:sldMkLst>
      </pc:sldChg>
      <pc:sldChg chg="addSp modSp add del mod">
        <pc:chgData name="Herlina S.Kom. M.Eng" userId="7bc29ec1-d92f-4d80-bc81-062053b4d3d9" providerId="ADAL" clId="{BFC01484-89C3-5DAD-82BB-21180C2697D5}" dt="2025-10-03T06:04:04.906" v="2438" actId="2696"/>
        <pc:sldMkLst>
          <pc:docMk/>
          <pc:sldMk cId="2030256705" sldId="271"/>
        </pc:sldMkLst>
      </pc:sldChg>
      <pc:sldChg chg="addSp modSp add del mod">
        <pc:chgData name="Herlina S.Kom. M.Eng" userId="7bc29ec1-d92f-4d80-bc81-062053b4d3d9" providerId="ADAL" clId="{BFC01484-89C3-5DAD-82BB-21180C2697D5}" dt="2025-10-03T06:04:04.895" v="2436" actId="2696"/>
        <pc:sldMkLst>
          <pc:docMk/>
          <pc:sldMk cId="3209631365" sldId="272"/>
        </pc:sldMkLst>
      </pc:sldChg>
      <pc:sldChg chg="modSp add del mod">
        <pc:chgData name="Herlina S.Kom. M.Eng" userId="7bc29ec1-d92f-4d80-bc81-062053b4d3d9" providerId="ADAL" clId="{BFC01484-89C3-5DAD-82BB-21180C2697D5}" dt="2025-10-03T06:04:04.896" v="2437" actId="2696"/>
        <pc:sldMkLst>
          <pc:docMk/>
          <pc:sldMk cId="3757742808" sldId="273"/>
        </pc:sldMkLst>
      </pc:sldChg>
      <pc:sldChg chg="addSp modSp add del mod">
        <pc:chgData name="Herlina S.Kom. M.Eng" userId="7bc29ec1-d92f-4d80-bc81-062053b4d3d9" providerId="ADAL" clId="{BFC01484-89C3-5DAD-82BB-21180C2697D5}" dt="2025-10-03T06:04:04.924" v="2439" actId="2696"/>
        <pc:sldMkLst>
          <pc:docMk/>
          <pc:sldMk cId="3439912795" sldId="274"/>
        </pc:sldMkLst>
      </pc:sldChg>
      <pc:sldChg chg="delSp modSp add del mod">
        <pc:chgData name="Herlina S.Kom. M.Eng" userId="7bc29ec1-d92f-4d80-bc81-062053b4d3d9" providerId="ADAL" clId="{BFC01484-89C3-5DAD-82BB-21180C2697D5}" dt="2025-10-03T07:10:02.315" v="2928" actId="2696"/>
        <pc:sldMkLst>
          <pc:docMk/>
          <pc:sldMk cId="1516132070" sldId="275"/>
        </pc:sldMkLst>
      </pc:sldChg>
      <pc:sldChg chg="modSp new del mod">
        <pc:chgData name="Herlina S.Kom. M.Eng" userId="7bc29ec1-d92f-4d80-bc81-062053b4d3d9" providerId="ADAL" clId="{BFC01484-89C3-5DAD-82BB-21180C2697D5}" dt="2025-09-16T02:33:32.316" v="2058" actId="2696"/>
        <pc:sldMkLst>
          <pc:docMk/>
          <pc:sldMk cId="2943103528" sldId="276"/>
        </pc:sldMkLst>
      </pc:sldChg>
      <pc:sldChg chg="addSp delSp modSp add del mod">
        <pc:chgData name="Herlina S.Kom. M.Eng" userId="7bc29ec1-d92f-4d80-bc81-062053b4d3d9" providerId="ADAL" clId="{BFC01484-89C3-5DAD-82BB-21180C2697D5}" dt="2025-10-03T07:10:05.796" v="2929" actId="2696"/>
        <pc:sldMkLst>
          <pc:docMk/>
          <pc:sldMk cId="3035963920" sldId="277"/>
        </pc:sldMkLst>
      </pc:sldChg>
      <pc:sldChg chg="addSp delSp modSp add del mod">
        <pc:chgData name="Herlina S.Kom. M.Eng" userId="7bc29ec1-d92f-4d80-bc81-062053b4d3d9" providerId="ADAL" clId="{BFC01484-89C3-5DAD-82BB-21180C2697D5}" dt="2025-09-16T02:33:26.438" v="2057" actId="2696"/>
        <pc:sldMkLst>
          <pc:docMk/>
          <pc:sldMk cId="4176152238" sldId="278"/>
        </pc:sldMkLst>
      </pc:sldChg>
      <pc:sldChg chg="delSp modSp add del mod">
        <pc:chgData name="Herlina S.Kom. M.Eng" userId="7bc29ec1-d92f-4d80-bc81-062053b4d3d9" providerId="ADAL" clId="{BFC01484-89C3-5DAD-82BB-21180C2697D5}" dt="2025-10-03T07:10:05.813" v="2930" actId="2696"/>
        <pc:sldMkLst>
          <pc:docMk/>
          <pc:sldMk cId="1821595797" sldId="279"/>
        </pc:sldMkLst>
      </pc:sldChg>
      <pc:sldChg chg="addSp delSp modSp add mod">
        <pc:chgData name="Herlina S.Kom. M.Eng" userId="7bc29ec1-d92f-4d80-bc81-062053b4d3d9" providerId="ADAL" clId="{BFC01484-89C3-5DAD-82BB-21180C2697D5}" dt="2025-10-06T08:19:23.860" v="3752" actId="20577"/>
        <pc:sldMkLst>
          <pc:docMk/>
          <pc:sldMk cId="2126864252" sldId="280"/>
        </pc:sldMkLst>
        <pc:spChg chg="add mod">
          <ac:chgData name="Herlina S.Kom. M.Eng" userId="7bc29ec1-d92f-4d80-bc81-062053b4d3d9" providerId="ADAL" clId="{BFC01484-89C3-5DAD-82BB-21180C2697D5}" dt="2025-10-05T14:48:59.628" v="2996" actId="1076"/>
          <ac:spMkLst>
            <pc:docMk/>
            <pc:sldMk cId="2126864252" sldId="280"/>
            <ac:spMk id="3" creationId="{872EB984-C483-2BDB-58DD-DF1289BE3334}"/>
          </ac:spMkLst>
        </pc:spChg>
        <pc:spChg chg="mod">
          <ac:chgData name="Herlina S.Kom. M.Eng" userId="7bc29ec1-d92f-4d80-bc81-062053b4d3d9" providerId="ADAL" clId="{BFC01484-89C3-5DAD-82BB-21180C2697D5}" dt="2025-10-03T07:19:51.114" v="2954" actId="20577"/>
          <ac:spMkLst>
            <pc:docMk/>
            <pc:sldMk cId="2126864252" sldId="280"/>
            <ac:spMk id="4" creationId="{F75D959F-E576-3EBC-FFC2-C64667B67210}"/>
          </ac:spMkLst>
        </pc:spChg>
        <pc:spChg chg="add del mod">
          <ac:chgData name="Herlina S.Kom. M.Eng" userId="7bc29ec1-d92f-4d80-bc81-062053b4d3d9" providerId="ADAL" clId="{BFC01484-89C3-5DAD-82BB-21180C2697D5}" dt="2025-10-05T15:08:38.271" v="3158" actId="478"/>
          <ac:spMkLst>
            <pc:docMk/>
            <pc:sldMk cId="2126864252" sldId="280"/>
            <ac:spMk id="8" creationId="{EEB1D72A-48EC-0036-5E84-0790EAA7394D}"/>
          </ac:spMkLst>
        </pc:spChg>
        <pc:spChg chg="add mod">
          <ac:chgData name="Herlina S.Kom. M.Eng" userId="7bc29ec1-d92f-4d80-bc81-062053b4d3d9" providerId="ADAL" clId="{BFC01484-89C3-5DAD-82BB-21180C2697D5}" dt="2025-10-05T15:07:26.567" v="3118"/>
          <ac:spMkLst>
            <pc:docMk/>
            <pc:sldMk cId="2126864252" sldId="280"/>
            <ac:spMk id="11" creationId="{5E523F57-7F26-24E2-6E13-577B464113AC}"/>
          </ac:spMkLst>
        </pc:spChg>
        <pc:spChg chg="add mod">
          <ac:chgData name="Herlina S.Kom. M.Eng" userId="7bc29ec1-d92f-4d80-bc81-062053b4d3d9" providerId="ADAL" clId="{BFC01484-89C3-5DAD-82BB-21180C2697D5}" dt="2025-10-06T07:44:09.507" v="3660" actId="1076"/>
          <ac:spMkLst>
            <pc:docMk/>
            <pc:sldMk cId="2126864252" sldId="280"/>
            <ac:spMk id="12" creationId="{D6BD6628-8BC0-5A3F-0981-055E27FC6B4D}"/>
          </ac:spMkLst>
        </pc:spChg>
        <pc:spChg chg="add mod">
          <ac:chgData name="Herlina S.Kom. M.Eng" userId="7bc29ec1-d92f-4d80-bc81-062053b4d3d9" providerId="ADAL" clId="{BFC01484-89C3-5DAD-82BB-21180C2697D5}" dt="2025-10-05T15:08:47.851" v="3172" actId="20577"/>
          <ac:spMkLst>
            <pc:docMk/>
            <pc:sldMk cId="2126864252" sldId="280"/>
            <ac:spMk id="13" creationId="{2F63F190-58A1-7311-3804-30C0F1996849}"/>
          </ac:spMkLst>
        </pc:spChg>
        <pc:graphicFrameChg chg="add mod modGraphic">
          <ac:chgData name="Herlina S.Kom. M.Eng" userId="7bc29ec1-d92f-4d80-bc81-062053b4d3d9" providerId="ADAL" clId="{BFC01484-89C3-5DAD-82BB-21180C2697D5}" dt="2025-10-06T08:19:23.860" v="3752" actId="20577"/>
          <ac:graphicFrameMkLst>
            <pc:docMk/>
            <pc:sldMk cId="2126864252" sldId="280"/>
            <ac:graphicFrameMk id="6" creationId="{BCCBC70A-96C7-6AD2-30B8-96859D591D92}"/>
          </ac:graphicFrameMkLst>
        </pc:graphicFrameChg>
        <pc:picChg chg="add mod">
          <ac:chgData name="Herlina S.Kom. M.Eng" userId="7bc29ec1-d92f-4d80-bc81-062053b4d3d9" providerId="ADAL" clId="{BFC01484-89C3-5DAD-82BB-21180C2697D5}" dt="2025-10-05T15:06:47.100" v="3092" actId="1076"/>
          <ac:picMkLst>
            <pc:docMk/>
            <pc:sldMk cId="2126864252" sldId="280"/>
            <ac:picMk id="7" creationId="{5E4EF3CF-0590-9D1F-E0A5-1ACC9E403DF1}"/>
          </ac:picMkLst>
        </pc:picChg>
        <pc:picChg chg="add del mod">
          <ac:chgData name="Herlina S.Kom. M.Eng" userId="7bc29ec1-d92f-4d80-bc81-062053b4d3d9" providerId="ADAL" clId="{BFC01484-89C3-5DAD-82BB-21180C2697D5}" dt="2025-10-06T07:43:05.503" v="3644" actId="478"/>
          <ac:picMkLst>
            <pc:docMk/>
            <pc:sldMk cId="2126864252" sldId="280"/>
            <ac:picMk id="2050" creationId="{5B03C3BD-3FB2-B295-498D-3A9FCE72DA94}"/>
          </ac:picMkLst>
        </pc:picChg>
        <pc:picChg chg="add mod">
          <ac:chgData name="Herlina S.Kom. M.Eng" userId="7bc29ec1-d92f-4d80-bc81-062053b4d3d9" providerId="ADAL" clId="{BFC01484-89C3-5DAD-82BB-21180C2697D5}" dt="2025-10-06T07:43:59.373" v="3657" actId="14100"/>
          <ac:picMkLst>
            <pc:docMk/>
            <pc:sldMk cId="2126864252" sldId="280"/>
            <ac:picMk id="2052" creationId="{245EB81D-FFA3-C895-DB86-8C282A7A1078}"/>
          </ac:picMkLst>
        </pc:picChg>
      </pc:sldChg>
      <pc:sldChg chg="addSp delSp modSp add mod setBg addAnim delAnim">
        <pc:chgData name="Herlina S.Kom. M.Eng" userId="7bc29ec1-d92f-4d80-bc81-062053b4d3d9" providerId="ADAL" clId="{BFC01484-89C3-5DAD-82BB-21180C2697D5}" dt="2025-10-03T07:06:44.939" v="2927" actId="1076"/>
        <pc:sldMkLst>
          <pc:docMk/>
          <pc:sldMk cId="201519784" sldId="281"/>
        </pc:sldMkLst>
        <pc:spChg chg="mod">
          <ac:chgData name="Herlina S.Kom. M.Eng" userId="7bc29ec1-d92f-4d80-bc81-062053b4d3d9" providerId="ADAL" clId="{BFC01484-89C3-5DAD-82BB-21180C2697D5}" dt="2025-10-03T07:04:18.369" v="2918" actId="20577"/>
          <ac:spMkLst>
            <pc:docMk/>
            <pc:sldMk cId="201519784" sldId="281"/>
            <ac:spMk id="4" creationId="{E3ED1C82-AF0A-FF19-C7E8-C1D1511628BA}"/>
          </ac:spMkLst>
        </pc:spChg>
        <pc:spChg chg="add mod">
          <ac:chgData name="Herlina S.Kom. M.Eng" userId="7bc29ec1-d92f-4d80-bc81-062053b4d3d9" providerId="ADAL" clId="{BFC01484-89C3-5DAD-82BB-21180C2697D5}" dt="2025-10-03T06:48:22.583" v="2714" actId="1076"/>
          <ac:spMkLst>
            <pc:docMk/>
            <pc:sldMk cId="201519784" sldId="281"/>
            <ac:spMk id="14" creationId="{DE518DCB-4027-CAF5-7D64-299356535DF1}"/>
          </ac:spMkLst>
        </pc:spChg>
        <pc:spChg chg="add mod">
          <ac:chgData name="Herlina S.Kom. M.Eng" userId="7bc29ec1-d92f-4d80-bc81-062053b4d3d9" providerId="ADAL" clId="{BFC01484-89C3-5DAD-82BB-21180C2697D5}" dt="2025-10-03T06:43:31.256" v="2603" actId="1076"/>
          <ac:spMkLst>
            <pc:docMk/>
            <pc:sldMk cId="201519784" sldId="281"/>
            <ac:spMk id="16" creationId="{6F2CDE30-9D01-4167-63AE-D643A4A10B62}"/>
          </ac:spMkLst>
        </pc:spChg>
        <pc:spChg chg="add mod">
          <ac:chgData name="Herlina S.Kom. M.Eng" userId="7bc29ec1-d92f-4d80-bc81-062053b4d3d9" providerId="ADAL" clId="{BFC01484-89C3-5DAD-82BB-21180C2697D5}" dt="2025-10-03T06:43:31.256" v="2603" actId="1076"/>
          <ac:spMkLst>
            <pc:docMk/>
            <pc:sldMk cId="201519784" sldId="281"/>
            <ac:spMk id="23" creationId="{AF5633BA-C062-4177-883A-F3A2000E8578}"/>
          </ac:spMkLst>
        </pc:spChg>
        <pc:spChg chg="add mod">
          <ac:chgData name="Herlina S.Kom. M.Eng" userId="7bc29ec1-d92f-4d80-bc81-062053b4d3d9" providerId="ADAL" clId="{BFC01484-89C3-5DAD-82BB-21180C2697D5}" dt="2025-10-03T06:48:08.684" v="2711" actId="207"/>
          <ac:spMkLst>
            <pc:docMk/>
            <pc:sldMk cId="201519784" sldId="281"/>
            <ac:spMk id="37" creationId="{0E4FA2AB-EC03-8B37-0582-FD718CEB053C}"/>
          </ac:spMkLst>
        </pc:spChg>
        <pc:spChg chg="add mod">
          <ac:chgData name="Herlina S.Kom. M.Eng" userId="7bc29ec1-d92f-4d80-bc81-062053b4d3d9" providerId="ADAL" clId="{BFC01484-89C3-5DAD-82BB-21180C2697D5}" dt="2025-10-03T06:48:08.684" v="2711" actId="207"/>
          <ac:spMkLst>
            <pc:docMk/>
            <pc:sldMk cId="201519784" sldId="281"/>
            <ac:spMk id="38" creationId="{FE1BA759-BA94-286F-EFC7-A07C3F4E2251}"/>
          </ac:spMkLst>
        </pc:spChg>
        <pc:spChg chg="add mod">
          <ac:chgData name="Herlina S.Kom. M.Eng" userId="7bc29ec1-d92f-4d80-bc81-062053b4d3d9" providerId="ADAL" clId="{BFC01484-89C3-5DAD-82BB-21180C2697D5}" dt="2025-10-03T06:48:08.684" v="2711" actId="207"/>
          <ac:spMkLst>
            <pc:docMk/>
            <pc:sldMk cId="201519784" sldId="281"/>
            <ac:spMk id="39" creationId="{871EA2EF-EFDE-A1F0-AAB4-1C3A57BCAEB6}"/>
          </ac:spMkLst>
        </pc:spChg>
        <pc:spChg chg="add mod">
          <ac:chgData name="Herlina S.Kom. M.Eng" userId="7bc29ec1-d92f-4d80-bc81-062053b4d3d9" providerId="ADAL" clId="{BFC01484-89C3-5DAD-82BB-21180C2697D5}" dt="2025-10-03T06:47:34.965" v="2704" actId="208"/>
          <ac:spMkLst>
            <pc:docMk/>
            <pc:sldMk cId="201519784" sldId="281"/>
            <ac:spMk id="49" creationId="{2619466B-3E7F-22DF-AA2E-B34A620FF727}"/>
          </ac:spMkLst>
        </pc:spChg>
        <pc:spChg chg="add mod">
          <ac:chgData name="Herlina S.Kom. M.Eng" userId="7bc29ec1-d92f-4d80-bc81-062053b4d3d9" providerId="ADAL" clId="{BFC01484-89C3-5DAD-82BB-21180C2697D5}" dt="2025-10-03T06:57:16.329" v="2778" actId="20577"/>
          <ac:spMkLst>
            <pc:docMk/>
            <pc:sldMk cId="201519784" sldId="281"/>
            <ac:spMk id="53" creationId="{8BA1571A-013B-4D37-09BB-58B3A6C534C0}"/>
          </ac:spMkLst>
        </pc:spChg>
        <pc:spChg chg="add mod">
          <ac:chgData name="Herlina S.Kom. M.Eng" userId="7bc29ec1-d92f-4d80-bc81-062053b4d3d9" providerId="ADAL" clId="{BFC01484-89C3-5DAD-82BB-21180C2697D5}" dt="2025-10-03T06:57:50.270" v="2785" actId="1076"/>
          <ac:spMkLst>
            <pc:docMk/>
            <pc:sldMk cId="201519784" sldId="281"/>
            <ac:spMk id="59" creationId="{2E4C8DE5-EF91-4B9B-234B-C61E4274A911}"/>
          </ac:spMkLst>
        </pc:spChg>
        <pc:spChg chg="add mod">
          <ac:chgData name="Herlina S.Kom. M.Eng" userId="7bc29ec1-d92f-4d80-bc81-062053b4d3d9" providerId="ADAL" clId="{BFC01484-89C3-5DAD-82BB-21180C2697D5}" dt="2025-10-03T07:06:44.939" v="2927" actId="1076"/>
          <ac:spMkLst>
            <pc:docMk/>
            <pc:sldMk cId="201519784" sldId="281"/>
            <ac:spMk id="1038" creationId="{5A14BE03-7756-CD6A-1A40-A96852597845}"/>
          </ac:spMkLst>
        </pc:spChg>
        <pc:picChg chg="add mod ord">
          <ac:chgData name="Herlina S.Kom. M.Eng" userId="7bc29ec1-d92f-4d80-bc81-062053b4d3d9" providerId="ADAL" clId="{BFC01484-89C3-5DAD-82BB-21180C2697D5}" dt="2025-10-03T07:04:43.325" v="2922" actId="1076"/>
          <ac:picMkLst>
            <pc:docMk/>
            <pc:sldMk cId="201519784" sldId="281"/>
            <ac:picMk id="2" creationId="{66E359C5-C920-A3C3-7DC8-7960B764A4D7}"/>
          </ac:picMkLst>
        </pc:picChg>
        <pc:picChg chg="add mod ord">
          <ac:chgData name="Herlina S.Kom. M.Eng" userId="7bc29ec1-d92f-4d80-bc81-062053b4d3d9" providerId="ADAL" clId="{BFC01484-89C3-5DAD-82BB-21180C2697D5}" dt="2025-10-03T07:04:43.325" v="2922" actId="1076"/>
          <ac:picMkLst>
            <pc:docMk/>
            <pc:sldMk cId="201519784" sldId="281"/>
            <ac:picMk id="5" creationId="{F6401DB9-C203-987C-5201-0A499FCC7301}"/>
          </ac:picMkLst>
        </pc:picChg>
        <pc:picChg chg="add mod ord">
          <ac:chgData name="Herlina S.Kom. M.Eng" userId="7bc29ec1-d92f-4d80-bc81-062053b4d3d9" providerId="ADAL" clId="{BFC01484-89C3-5DAD-82BB-21180C2697D5}" dt="2025-10-03T07:04:43.325" v="2922" actId="1076"/>
          <ac:picMkLst>
            <pc:docMk/>
            <pc:sldMk cId="201519784" sldId="281"/>
            <ac:picMk id="6" creationId="{A2E0F97D-27AD-7382-2DCA-02CA424A37DC}"/>
          </ac:picMkLst>
        </pc:picChg>
        <pc:picChg chg="add mod">
          <ac:chgData name="Herlina S.Kom. M.Eng" userId="7bc29ec1-d92f-4d80-bc81-062053b4d3d9" providerId="ADAL" clId="{BFC01484-89C3-5DAD-82BB-21180C2697D5}" dt="2025-10-03T06:43:31.256" v="2603" actId="1076"/>
          <ac:picMkLst>
            <pc:docMk/>
            <pc:sldMk cId="201519784" sldId="281"/>
            <ac:picMk id="15" creationId="{4359BFBF-91FA-6A23-6359-88606DFAFE39}"/>
          </ac:picMkLst>
        </pc:picChg>
        <pc:picChg chg="add mod">
          <ac:chgData name="Herlina S.Kom. M.Eng" userId="7bc29ec1-d92f-4d80-bc81-062053b4d3d9" providerId="ADAL" clId="{BFC01484-89C3-5DAD-82BB-21180C2697D5}" dt="2025-10-03T06:43:31.256" v="2603" actId="1076"/>
          <ac:picMkLst>
            <pc:docMk/>
            <pc:sldMk cId="201519784" sldId="281"/>
            <ac:picMk id="27" creationId="{83B4E7E5-AE66-84B5-DF04-78BDD3D51B54}"/>
          </ac:picMkLst>
        </pc:picChg>
        <pc:picChg chg="add mod ord">
          <ac:chgData name="Herlina S.Kom. M.Eng" userId="7bc29ec1-d92f-4d80-bc81-062053b4d3d9" providerId="ADAL" clId="{BFC01484-89C3-5DAD-82BB-21180C2697D5}" dt="2025-10-03T07:04:43.325" v="2922" actId="1076"/>
          <ac:picMkLst>
            <pc:docMk/>
            <pc:sldMk cId="201519784" sldId="281"/>
            <ac:picMk id="1026" creationId="{5081EABE-01E0-A4C2-BB55-F0B5F09B624E}"/>
          </ac:picMkLst>
        </pc:picChg>
        <pc:picChg chg="add mod">
          <ac:chgData name="Herlina S.Kom. M.Eng" userId="7bc29ec1-d92f-4d80-bc81-062053b4d3d9" providerId="ADAL" clId="{BFC01484-89C3-5DAD-82BB-21180C2697D5}" dt="2025-10-03T07:02:44.203" v="2810" actId="1035"/>
          <ac:picMkLst>
            <pc:docMk/>
            <pc:sldMk cId="201519784" sldId="281"/>
            <ac:picMk id="1034" creationId="{FE6BCBE7-760C-29D7-7488-10F8FCB44F5F}"/>
          </ac:picMkLst>
        </pc:picChg>
        <pc:cxnChg chg="add mod">
          <ac:chgData name="Herlina S.Kom. M.Eng" userId="7bc29ec1-d92f-4d80-bc81-062053b4d3d9" providerId="ADAL" clId="{BFC01484-89C3-5DAD-82BB-21180C2697D5}" dt="2025-10-03T06:43:31.256" v="2603" actId="1076"/>
          <ac:cxnSpMkLst>
            <pc:docMk/>
            <pc:sldMk cId="201519784" sldId="281"/>
            <ac:cxnSpMk id="18" creationId="{AB34BE9A-559D-E552-5CAA-14D5A4FEE43B}"/>
          </ac:cxnSpMkLst>
        </pc:cxnChg>
        <pc:cxnChg chg="add mod">
          <ac:chgData name="Herlina S.Kom. M.Eng" userId="7bc29ec1-d92f-4d80-bc81-062053b4d3d9" providerId="ADAL" clId="{BFC01484-89C3-5DAD-82BB-21180C2697D5}" dt="2025-10-03T06:46:47.467" v="2691" actId="14100"/>
          <ac:cxnSpMkLst>
            <pc:docMk/>
            <pc:sldMk cId="201519784" sldId="281"/>
            <ac:cxnSpMk id="41" creationId="{C65FE26D-8AFE-06C2-64B6-A64D1C02433F}"/>
          </ac:cxnSpMkLst>
        </pc:cxnChg>
        <pc:cxnChg chg="add mod">
          <ac:chgData name="Herlina S.Kom. M.Eng" userId="7bc29ec1-d92f-4d80-bc81-062053b4d3d9" providerId="ADAL" clId="{BFC01484-89C3-5DAD-82BB-21180C2697D5}" dt="2025-10-03T06:46:54.151" v="2694" actId="14100"/>
          <ac:cxnSpMkLst>
            <pc:docMk/>
            <pc:sldMk cId="201519784" sldId="281"/>
            <ac:cxnSpMk id="46" creationId="{B5A12B11-0D5A-E995-B5E9-E5DF8717A45F}"/>
          </ac:cxnSpMkLst>
        </pc:cxnChg>
        <pc:cxnChg chg="add mod">
          <ac:chgData name="Herlina S.Kom. M.Eng" userId="7bc29ec1-d92f-4d80-bc81-062053b4d3d9" providerId="ADAL" clId="{BFC01484-89C3-5DAD-82BB-21180C2697D5}" dt="2025-10-03T06:48:29.170" v="2717" actId="14100"/>
          <ac:cxnSpMkLst>
            <pc:docMk/>
            <pc:sldMk cId="201519784" sldId="281"/>
            <ac:cxnSpMk id="50" creationId="{DE79024D-96B4-49A9-5B42-D71B8EA339B1}"/>
          </ac:cxnSpMkLst>
        </pc:cxnChg>
        <pc:cxnChg chg="add mod">
          <ac:chgData name="Herlina S.Kom. M.Eng" userId="7bc29ec1-d92f-4d80-bc81-062053b4d3d9" providerId="ADAL" clId="{BFC01484-89C3-5DAD-82BB-21180C2697D5}" dt="2025-10-03T06:52:06.255" v="2756" actId="14100"/>
          <ac:cxnSpMkLst>
            <pc:docMk/>
            <pc:sldMk cId="201519784" sldId="281"/>
            <ac:cxnSpMk id="54" creationId="{D6D89CCE-475F-3DD3-A87D-DB57E8FEEB9B}"/>
          </ac:cxnSpMkLst>
        </pc:cxnChg>
        <pc:cxnChg chg="add mod">
          <ac:chgData name="Herlina S.Kom. M.Eng" userId="7bc29ec1-d92f-4d80-bc81-062053b4d3d9" providerId="ADAL" clId="{BFC01484-89C3-5DAD-82BB-21180C2697D5}" dt="2025-10-03T06:57:50.270" v="2785" actId="1076"/>
          <ac:cxnSpMkLst>
            <pc:docMk/>
            <pc:sldMk cId="201519784" sldId="281"/>
            <ac:cxnSpMk id="60" creationId="{9333CF1C-8C06-B6E9-4724-7AEB907F9F76}"/>
          </ac:cxnSpMkLst>
        </pc:cxnChg>
        <pc:cxnChg chg="add mod">
          <ac:chgData name="Herlina S.Kom. M.Eng" userId="7bc29ec1-d92f-4d80-bc81-062053b4d3d9" providerId="ADAL" clId="{BFC01484-89C3-5DAD-82BB-21180C2697D5}" dt="2025-10-03T07:02:44.203" v="2810" actId="1035"/>
          <ac:cxnSpMkLst>
            <pc:docMk/>
            <pc:sldMk cId="201519784" sldId="281"/>
            <ac:cxnSpMk id="1029" creationId="{02DCBE76-8E74-E922-76C0-09C79B846FDE}"/>
          </ac:cxnSpMkLst>
        </pc:cxnChg>
      </pc:sldChg>
      <pc:sldChg chg="addSp delSp modSp add mod">
        <pc:chgData name="Herlina S.Kom. M.Eng" userId="7bc29ec1-d92f-4d80-bc81-062053b4d3d9" providerId="ADAL" clId="{BFC01484-89C3-5DAD-82BB-21180C2697D5}" dt="2025-10-06T08:21:18.613" v="3773" actId="27918"/>
        <pc:sldMkLst>
          <pc:docMk/>
          <pc:sldMk cId="3489110101" sldId="282"/>
        </pc:sldMkLst>
        <pc:spChg chg="add">
          <ac:chgData name="Herlina S.Kom. M.Eng" userId="7bc29ec1-d92f-4d80-bc81-062053b4d3d9" providerId="ADAL" clId="{BFC01484-89C3-5DAD-82BB-21180C2697D5}" dt="2025-10-05T14:51:24.196" v="3032"/>
          <ac:spMkLst>
            <pc:docMk/>
            <pc:sldMk cId="3489110101" sldId="282"/>
            <ac:spMk id="2" creationId="{0F38496E-70F8-7CA7-AF25-599C296D0992}"/>
          </ac:spMkLst>
        </pc:spChg>
        <pc:spChg chg="mod">
          <ac:chgData name="Herlina S.Kom. M.Eng" userId="7bc29ec1-d92f-4d80-bc81-062053b4d3d9" providerId="ADAL" clId="{BFC01484-89C3-5DAD-82BB-21180C2697D5}" dt="2025-10-06T08:19:32.556" v="3754"/>
          <ac:spMkLst>
            <pc:docMk/>
            <pc:sldMk cId="3489110101" sldId="282"/>
            <ac:spMk id="3" creationId="{F0F28981-CAFD-A1B0-BEB5-2D1B64A61527}"/>
          </ac:spMkLst>
        </pc:spChg>
        <pc:spChg chg="add mod">
          <ac:chgData name="Herlina S.Kom. M.Eng" userId="7bc29ec1-d92f-4d80-bc81-062053b4d3d9" providerId="ADAL" clId="{BFC01484-89C3-5DAD-82BB-21180C2697D5}" dt="2025-10-06T08:16:53.691" v="3739" actId="1076"/>
          <ac:spMkLst>
            <pc:docMk/>
            <pc:sldMk cId="3489110101" sldId="282"/>
            <ac:spMk id="9" creationId="{C9F8C961-5D02-CC59-10A9-757854DE544B}"/>
          </ac:spMkLst>
        </pc:spChg>
        <pc:graphicFrameChg chg="add del mod modGraphic">
          <ac:chgData name="Herlina S.Kom. M.Eng" userId="7bc29ec1-d92f-4d80-bc81-062053b4d3d9" providerId="ADAL" clId="{BFC01484-89C3-5DAD-82BB-21180C2697D5}" dt="2025-10-05T15:21:41.688" v="3235" actId="478"/>
          <ac:graphicFrameMkLst>
            <pc:docMk/>
            <pc:sldMk cId="3489110101" sldId="282"/>
            <ac:graphicFrameMk id="5" creationId="{00790EE9-0CCF-9F6B-4903-62191BD902AD}"/>
          </ac:graphicFrameMkLst>
        </pc:graphicFrameChg>
        <pc:graphicFrameChg chg="del mod modGraphic">
          <ac:chgData name="Herlina S.Kom. M.Eng" userId="7bc29ec1-d92f-4d80-bc81-062053b4d3d9" providerId="ADAL" clId="{BFC01484-89C3-5DAD-82BB-21180C2697D5}" dt="2025-10-05T14:53:20.042" v="3044" actId="478"/>
          <ac:graphicFrameMkLst>
            <pc:docMk/>
            <pc:sldMk cId="3489110101" sldId="282"/>
            <ac:graphicFrameMk id="6" creationId="{3360336C-E0B9-B78A-4AF3-FD1C65DA5FC3}"/>
          </ac:graphicFrameMkLst>
        </pc:graphicFrameChg>
        <pc:graphicFrameChg chg="add mod modGraphic">
          <ac:chgData name="Herlina S.Kom. M.Eng" userId="7bc29ec1-d92f-4d80-bc81-062053b4d3d9" providerId="ADAL" clId="{BFC01484-89C3-5DAD-82BB-21180C2697D5}" dt="2025-10-06T08:16:53.691" v="3739" actId="1076"/>
          <ac:graphicFrameMkLst>
            <pc:docMk/>
            <pc:sldMk cId="3489110101" sldId="282"/>
            <ac:graphicFrameMk id="7" creationId="{4A6D0922-F361-8C67-BB95-F803AC64D157}"/>
          </ac:graphicFrameMkLst>
        </pc:graphicFrameChg>
        <pc:graphicFrameChg chg="add mod">
          <ac:chgData name="Herlina S.Kom. M.Eng" userId="7bc29ec1-d92f-4d80-bc81-062053b4d3d9" providerId="ADAL" clId="{BFC01484-89C3-5DAD-82BB-21180C2697D5}" dt="2025-10-06T08:21:15.501" v="3772"/>
          <ac:graphicFrameMkLst>
            <pc:docMk/>
            <pc:sldMk cId="3489110101" sldId="282"/>
            <ac:graphicFrameMk id="10" creationId="{045FD3D9-2706-8517-61A1-E9D44B87CFB1}"/>
          </ac:graphicFrameMkLst>
        </pc:graphicFrameChg>
        <pc:picChg chg="del">
          <ac:chgData name="Herlina S.Kom. M.Eng" userId="7bc29ec1-d92f-4d80-bc81-062053b4d3d9" providerId="ADAL" clId="{BFC01484-89C3-5DAD-82BB-21180C2697D5}" dt="2025-10-05T15:19:43.007" v="3225" actId="478"/>
          <ac:picMkLst>
            <pc:docMk/>
            <pc:sldMk cId="3489110101" sldId="282"/>
            <ac:picMk id="2050" creationId="{ECC48B7D-D432-CF55-4521-ED2B597C1AC1}"/>
          </ac:picMkLst>
        </pc:picChg>
        <pc:picChg chg="add del mod">
          <ac:chgData name="Herlina S.Kom. M.Eng" userId="7bc29ec1-d92f-4d80-bc81-062053b4d3d9" providerId="ADAL" clId="{BFC01484-89C3-5DAD-82BB-21180C2697D5}" dt="2025-10-06T08:09:25.636" v="3661" actId="478"/>
          <ac:picMkLst>
            <pc:docMk/>
            <pc:sldMk cId="3489110101" sldId="282"/>
            <ac:picMk id="3075" creationId="{09A31D2C-B63A-557B-6F54-BEBB60553B61}"/>
          </ac:picMkLst>
        </pc:picChg>
      </pc:sldChg>
      <pc:sldChg chg="delSp modSp add mod">
        <pc:chgData name="Herlina S.Kom. M.Eng" userId="7bc29ec1-d92f-4d80-bc81-062053b4d3d9" providerId="ADAL" clId="{BFC01484-89C3-5DAD-82BB-21180C2697D5}" dt="2025-10-06T08:25:29.893" v="3796"/>
        <pc:sldMkLst>
          <pc:docMk/>
          <pc:sldMk cId="257324429" sldId="283"/>
        </pc:sldMkLst>
        <pc:spChg chg="mod">
          <ac:chgData name="Herlina S.Kom. M.Eng" userId="7bc29ec1-d92f-4d80-bc81-062053b4d3d9" providerId="ADAL" clId="{BFC01484-89C3-5DAD-82BB-21180C2697D5}" dt="2025-10-05T15:09:40.318" v="3224" actId="20577"/>
          <ac:spMkLst>
            <pc:docMk/>
            <pc:sldMk cId="257324429" sldId="283"/>
            <ac:spMk id="4" creationId="{1C84AF35-092B-B2C0-E6CF-5AE2FDA78B4C}"/>
          </ac:spMkLst>
        </pc:spChg>
        <pc:spChg chg="del">
          <ac:chgData name="Herlina S.Kom. M.Eng" userId="7bc29ec1-d92f-4d80-bc81-062053b4d3d9" providerId="ADAL" clId="{BFC01484-89C3-5DAD-82BB-21180C2697D5}" dt="2025-10-05T15:26:22.378" v="3328" actId="478"/>
          <ac:spMkLst>
            <pc:docMk/>
            <pc:sldMk cId="257324429" sldId="283"/>
            <ac:spMk id="8" creationId="{C222C3BE-A271-1FC8-F4B7-D55DB59A346C}"/>
          </ac:spMkLst>
        </pc:spChg>
        <pc:spChg chg="del">
          <ac:chgData name="Herlina S.Kom. M.Eng" userId="7bc29ec1-d92f-4d80-bc81-062053b4d3d9" providerId="ADAL" clId="{BFC01484-89C3-5DAD-82BB-21180C2697D5}" dt="2025-10-05T15:26:24.138" v="3329" actId="478"/>
          <ac:spMkLst>
            <pc:docMk/>
            <pc:sldMk cId="257324429" sldId="283"/>
            <ac:spMk id="9" creationId="{CA6B2F93-08BF-5CC7-178D-70AD4506D869}"/>
          </ac:spMkLst>
        </pc:spChg>
        <pc:spChg chg="mod">
          <ac:chgData name="Herlina S.Kom. M.Eng" userId="7bc29ec1-d92f-4d80-bc81-062053b4d3d9" providerId="ADAL" clId="{BFC01484-89C3-5DAD-82BB-21180C2697D5}" dt="2025-10-06T08:25:29.893" v="3796"/>
          <ac:spMkLst>
            <pc:docMk/>
            <pc:sldMk cId="257324429" sldId="283"/>
            <ac:spMk id="11" creationId="{BE5ECB36-56E6-10AB-357F-1909297CA7B8}"/>
          </ac:spMkLst>
        </pc:spChg>
        <pc:picChg chg="del">
          <ac:chgData name="Herlina S.Kom. M.Eng" userId="7bc29ec1-d92f-4d80-bc81-062053b4d3d9" providerId="ADAL" clId="{BFC01484-89C3-5DAD-82BB-21180C2697D5}" dt="2025-10-05T15:26:22.378" v="3328" actId="478"/>
          <ac:picMkLst>
            <pc:docMk/>
            <pc:sldMk cId="257324429" sldId="283"/>
            <ac:picMk id="3" creationId="{20BD0D1A-F230-6DB8-6A06-4B27C3B1E232}"/>
          </ac:picMkLst>
        </pc:picChg>
        <pc:picChg chg="del">
          <ac:chgData name="Herlina S.Kom. M.Eng" userId="7bc29ec1-d92f-4d80-bc81-062053b4d3d9" providerId="ADAL" clId="{BFC01484-89C3-5DAD-82BB-21180C2697D5}" dt="2025-10-05T15:26:22.378" v="3328" actId="478"/>
          <ac:picMkLst>
            <pc:docMk/>
            <pc:sldMk cId="257324429" sldId="283"/>
            <ac:picMk id="7" creationId="{7295A79D-6403-DE6B-D4FA-A535635B4B91}"/>
          </ac:picMkLst>
        </pc:picChg>
      </pc:sldChg>
      <pc:sldChg chg="add del">
        <pc:chgData name="Herlina S.Kom. M.Eng" userId="7bc29ec1-d92f-4d80-bc81-062053b4d3d9" providerId="ADAL" clId="{BFC01484-89C3-5DAD-82BB-21180C2697D5}" dt="2025-10-05T15:09:24.093" v="3176"/>
        <pc:sldMkLst>
          <pc:docMk/>
          <pc:sldMk cId="1071332451" sldId="28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3B9CC0-DA70-6A0A-B660-28D97F8F02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6878A4-2A45-443F-F68B-B175DD9A38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FDE3F-B62E-F043-B1EE-0337B94FB2C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BD208-8C3A-C3B0-5FC2-BC13CDB813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EB51BA-D982-7FFC-7796-47F8D69C15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5BC42-6815-F949-A397-3FF010AFF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0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1682C-D5C8-E247-A671-3780B962A3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F8C04-C8B0-D24B-975F-84DF0CD8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8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Kanker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penyebab</a:t>
            </a:r>
            <a:r>
              <a:rPr lang="en-ID" dirty="0"/>
              <a:t> </a:t>
            </a:r>
            <a:r>
              <a:rPr lang="en-ID" dirty="0" err="1"/>
              <a:t>kematian</a:t>
            </a:r>
            <a:r>
              <a:rPr lang="en-ID" dirty="0"/>
              <a:t> </a:t>
            </a:r>
            <a:r>
              <a:rPr lang="en-ID" dirty="0" err="1"/>
              <a:t>tertinggi</a:t>
            </a:r>
            <a:r>
              <a:rPr lang="en-ID" dirty="0"/>
              <a:t> di dunia → </a:t>
            </a:r>
            <a:r>
              <a:rPr lang="en-ID" dirty="0" err="1"/>
              <a:t>deteksi</a:t>
            </a:r>
            <a:r>
              <a:rPr lang="en-ID" dirty="0"/>
              <a:t> </a:t>
            </a:r>
            <a:r>
              <a:rPr lang="en-ID" dirty="0" err="1"/>
              <a:t>dini</a:t>
            </a:r>
            <a:r>
              <a:rPr lang="en-ID" dirty="0"/>
              <a:t> sangat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peluang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pasien</a:t>
            </a:r>
            <a:r>
              <a:rPr lang="en-ID" dirty="0"/>
              <a:t>.</a:t>
            </a:r>
          </a:p>
          <a:p>
            <a:r>
              <a:rPr lang="en-ID" dirty="0"/>
              <a:t>Citra </a:t>
            </a:r>
            <a:r>
              <a:rPr lang="en-ID" dirty="0" err="1"/>
              <a:t>medis</a:t>
            </a:r>
            <a:r>
              <a:rPr lang="en-ID" dirty="0"/>
              <a:t> (CT, MRI, PET, Ultrasound, </a:t>
            </a:r>
            <a:r>
              <a:rPr lang="en-ID" dirty="0" err="1"/>
              <a:t>Dermoscopy</a:t>
            </a:r>
            <a:r>
              <a:rPr lang="en-ID" dirty="0"/>
              <a:t>)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tumor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kelainan</a:t>
            </a:r>
            <a:r>
              <a:rPr lang="en-ID" dirty="0"/>
              <a:t> </a:t>
            </a:r>
            <a:r>
              <a:rPr lang="en-ID" dirty="0" err="1"/>
              <a:t>jaringan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.</a:t>
            </a:r>
          </a:p>
          <a:p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analisis</a:t>
            </a:r>
            <a:r>
              <a:rPr lang="en-ID" dirty="0"/>
              <a:t> manual </a:t>
            </a:r>
            <a:r>
              <a:rPr lang="en-ID" dirty="0" err="1"/>
              <a:t>citra</a:t>
            </a:r>
            <a:r>
              <a:rPr lang="en-ID" dirty="0"/>
              <a:t> oleh </a:t>
            </a:r>
            <a:r>
              <a:rPr lang="en-ID" dirty="0" err="1"/>
              <a:t>dokter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kali </a:t>
            </a:r>
            <a:r>
              <a:rPr lang="en-ID" dirty="0" err="1"/>
              <a:t>memakan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, </a:t>
            </a:r>
            <a:r>
              <a:rPr lang="en-ID" dirty="0" err="1"/>
              <a:t>subjektif</a:t>
            </a:r>
            <a:r>
              <a:rPr lang="en-ID" dirty="0"/>
              <a:t>, dan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akurat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noise, blur, dan </a:t>
            </a:r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pencahayaan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.</a:t>
            </a:r>
          </a:p>
          <a:p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pengolahan</a:t>
            </a:r>
            <a:r>
              <a:rPr lang="en-ID" dirty="0"/>
              <a:t> </a:t>
            </a:r>
            <a:r>
              <a:rPr lang="en-ID" dirty="0" err="1"/>
              <a:t>citra</a:t>
            </a:r>
            <a:r>
              <a:rPr lang="en-ID" dirty="0"/>
              <a:t> (Computer Vision) </a:t>
            </a:r>
            <a:r>
              <a:rPr lang="en-ID" dirty="0" err="1"/>
              <a:t>untuk</a:t>
            </a:r>
            <a:r>
              <a:rPr lang="en-ID" dirty="0"/>
              <a:t>:</a:t>
            </a:r>
          </a:p>
          <a:p>
            <a:r>
              <a:rPr lang="en-ID" dirty="0" err="1"/>
              <a:t>Menyegmentasi</a:t>
            </a:r>
            <a:r>
              <a:rPr lang="en-ID" dirty="0"/>
              <a:t> area yang </a:t>
            </a:r>
            <a:r>
              <a:rPr lang="en-ID" dirty="0" err="1"/>
              <a:t>dicurigai</a:t>
            </a:r>
            <a:r>
              <a:rPr lang="en-ID" dirty="0"/>
              <a:t> </a:t>
            </a:r>
            <a:r>
              <a:rPr lang="en-ID" dirty="0" err="1"/>
              <a:t>tumor</a:t>
            </a:r>
            <a:r>
              <a:rPr lang="en-ID" dirty="0"/>
              <a:t>,</a:t>
            </a:r>
          </a:p>
          <a:p>
            <a:r>
              <a:rPr lang="en-ID" dirty="0" err="1"/>
              <a:t>Menarik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(</a:t>
            </a:r>
            <a:r>
              <a:rPr lang="en-ID" dirty="0" err="1"/>
              <a:t>tekstur</a:t>
            </a:r>
            <a:r>
              <a:rPr lang="en-ID" dirty="0"/>
              <a:t>, </a:t>
            </a:r>
            <a:r>
              <a:rPr lang="en-ID" dirty="0" err="1"/>
              <a:t>warna</a:t>
            </a:r>
            <a:r>
              <a:rPr lang="en-ID" dirty="0"/>
              <a:t>, </a:t>
            </a:r>
            <a:r>
              <a:rPr lang="en-ID" dirty="0" err="1"/>
              <a:t>bentuk</a:t>
            </a:r>
            <a:r>
              <a:rPr lang="en-ID" dirty="0"/>
              <a:t>), dan</a:t>
            </a:r>
          </a:p>
          <a:p>
            <a:r>
              <a:rPr lang="en-ID" dirty="0" err="1"/>
              <a:t>Mengklasifikasi</a:t>
            </a:r>
            <a:r>
              <a:rPr lang="en-ID" dirty="0"/>
              <a:t> </a:t>
            </a:r>
            <a:r>
              <a:rPr lang="en-ID" dirty="0" err="1"/>
              <a:t>citra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normal </a:t>
            </a:r>
            <a:r>
              <a:rPr lang="en-ID" dirty="0" err="1"/>
              <a:t>atau</a:t>
            </a:r>
            <a:r>
              <a:rPr lang="en-ID" dirty="0"/>
              <a:t> abnormal.</a:t>
            </a:r>
          </a:p>
          <a:p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mengusulkan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Modified Block-Based Three Channel Hybrid Segmentation yang </a:t>
            </a:r>
            <a:r>
              <a:rPr lang="en-ID" dirty="0" err="1"/>
              <a:t>dikombinasikan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feature extraction, </a:t>
            </a:r>
            <a:r>
              <a:rPr lang="en-ID" dirty="0" err="1"/>
              <a:t>ReliefF</a:t>
            </a:r>
            <a:r>
              <a:rPr lang="en-ID" dirty="0"/>
              <a:t> selection, dan ELM classifier</a:t>
            </a:r>
          </a:p>
          <a:p>
            <a:r>
              <a:rPr lang="en-ID" dirty="0"/>
              <a:t>→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mendeteksi</a:t>
            </a:r>
            <a:r>
              <a:rPr lang="en-ID" dirty="0"/>
              <a:t> </a:t>
            </a:r>
            <a:r>
              <a:rPr lang="en-ID" dirty="0" err="1"/>
              <a:t>tumor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, </a:t>
            </a:r>
            <a:r>
              <a:rPr lang="en-ID" dirty="0" err="1"/>
              <a:t>cepat</a:t>
            </a:r>
            <a:r>
              <a:rPr lang="en-ID" dirty="0"/>
              <a:t>, dan </a:t>
            </a:r>
            <a:r>
              <a:rPr lang="en-ID" dirty="0" err="1"/>
              <a:t>akurat</a:t>
            </a:r>
            <a:r>
              <a:rPr lang="en-ID" dirty="0"/>
              <a:t> pada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citra</a:t>
            </a:r>
            <a:r>
              <a:rPr lang="en-ID" dirty="0"/>
              <a:t> </a:t>
            </a:r>
            <a:r>
              <a:rPr lang="en-ID" dirty="0" err="1"/>
              <a:t>medis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F8C04-C8B0-D24B-975F-84DF0CD81D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6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B1A24852-136E-59ED-7F16-01F38A64B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3084" y="1783333"/>
            <a:ext cx="10515600" cy="1512510"/>
          </a:xfrm>
        </p:spPr>
        <p:txBody>
          <a:bodyPr anchor="t">
            <a:normAutofit/>
          </a:bodyPr>
          <a:lstStyle>
            <a:lvl1pPr>
              <a:defRPr sz="3200">
                <a:solidFill>
                  <a:srgbClr val="01416B"/>
                </a:solidFill>
              </a:defRPr>
            </a:lvl1pPr>
          </a:lstStyle>
          <a:p>
            <a:r>
              <a:rPr lang="en-US" sz="3200" spc="0" baseline="0" dirty="0" err="1">
                <a:ln/>
                <a:solidFill>
                  <a:srgbClr val="01416B"/>
                </a:solidFill>
                <a:latin typeface="Gama-Sans-Bold"/>
                <a:sym typeface="Gama-Sans-Bold"/>
                <a:rtl val="0"/>
              </a:rPr>
              <a:t>Ini</a:t>
            </a:r>
            <a:r>
              <a:rPr lang="en-US" sz="3200" spc="0" baseline="0" dirty="0">
                <a:ln/>
                <a:solidFill>
                  <a:srgbClr val="01416B"/>
                </a:solidFill>
                <a:latin typeface="Gama-Sans-Bold"/>
                <a:sym typeface="Gama-Sans-Bold"/>
                <a:rtl val="0"/>
              </a:rPr>
              <a:t> </a:t>
            </a:r>
            <a:r>
              <a:rPr lang="en-US" sz="3200" spc="0" baseline="0" dirty="0" err="1">
                <a:ln/>
                <a:solidFill>
                  <a:srgbClr val="01416B"/>
                </a:solidFill>
                <a:latin typeface="Gama-Sans-Bold"/>
                <a:sym typeface="Gama-Sans-Bold"/>
                <a:rtl val="0"/>
              </a:rPr>
              <a:t>Adalah</a:t>
            </a:r>
            <a:r>
              <a:rPr lang="en-US" sz="3200" spc="0" baseline="0" dirty="0">
                <a:ln/>
                <a:solidFill>
                  <a:srgbClr val="01416B"/>
                </a:solidFill>
                <a:latin typeface="Gama-Sans-Bold"/>
                <a:sym typeface="Gama-Sans-Bold"/>
                <a:rtl val="0"/>
              </a:rPr>
              <a:t> Halaman </a:t>
            </a:r>
            <a:r>
              <a:rPr lang="en-US" sz="3200" spc="0" baseline="0" dirty="0" err="1">
                <a:ln/>
                <a:solidFill>
                  <a:srgbClr val="01416B"/>
                </a:solidFill>
                <a:latin typeface="Gama-Sans-Bold"/>
                <a:sym typeface="Gama-Sans-Bold"/>
                <a:rtl val="0"/>
              </a:rPr>
              <a:t>Judul</a:t>
            </a:r>
            <a:r>
              <a:rPr lang="en-US" sz="3200" spc="0" baseline="0" dirty="0">
                <a:ln/>
                <a:solidFill>
                  <a:srgbClr val="01416B"/>
                </a:solidFill>
                <a:latin typeface="Gama-Sans-Bold"/>
                <a:sym typeface="Gama-Sans-Bold"/>
                <a:rtl val="0"/>
              </a:rPr>
              <a:t> Sub-Bab</a:t>
            </a:r>
            <a:br>
              <a:rPr lang="en-US" sz="3200" spc="0" baseline="0" dirty="0">
                <a:ln/>
                <a:solidFill>
                  <a:srgbClr val="01416B"/>
                </a:solidFill>
                <a:latin typeface="Gama-Sans-Bold"/>
                <a:sym typeface="Gama-Sans-Bold"/>
                <a:rtl val="0"/>
              </a:rPr>
            </a:br>
            <a:r>
              <a:rPr lang="en-US" sz="3200" spc="0" baseline="0" dirty="0" err="1">
                <a:ln/>
                <a:solidFill>
                  <a:srgbClr val="01416B"/>
                </a:solidFill>
                <a:latin typeface="Gama-Sans-Bold"/>
                <a:sym typeface="Gama-Sans-Bold"/>
                <a:rtl val="0"/>
              </a:rPr>
              <a:t>sebagai</a:t>
            </a:r>
            <a:r>
              <a:rPr lang="en-US" sz="3200" spc="0" baseline="0" dirty="0">
                <a:ln/>
                <a:solidFill>
                  <a:srgbClr val="01416B"/>
                </a:solidFill>
                <a:latin typeface="Gama-Sans-Bold"/>
                <a:sym typeface="Gama-Sans-Bold"/>
                <a:rtl val="0"/>
              </a:rPr>
              <a:t> Separator </a:t>
            </a:r>
            <a:r>
              <a:rPr lang="en-US" sz="3200" spc="0" baseline="0" dirty="0" err="1">
                <a:ln/>
                <a:solidFill>
                  <a:srgbClr val="01416B"/>
                </a:solidFill>
                <a:latin typeface="Gama-Sans-Bold"/>
                <a:sym typeface="Gama-Sans-Bold"/>
                <a:rtl val="0"/>
              </a:rPr>
              <a:t>Menggunakan</a:t>
            </a:r>
            <a:br>
              <a:rPr lang="en-US" sz="3200" spc="0" baseline="0" dirty="0">
                <a:ln/>
                <a:solidFill>
                  <a:srgbClr val="01416B"/>
                </a:solidFill>
                <a:latin typeface="Gama-Sans-Bold"/>
                <a:sym typeface="Gama-Sans-Bold"/>
                <a:rtl val="0"/>
              </a:rPr>
            </a:br>
            <a:r>
              <a:rPr lang="en-US" sz="3200" spc="0" baseline="0" dirty="0">
                <a:ln/>
                <a:solidFill>
                  <a:srgbClr val="01416B"/>
                </a:solidFill>
                <a:latin typeface="Gama-Sans-Bold"/>
                <a:sym typeface="Gama-Sans-Bold"/>
                <a:rtl val="0"/>
              </a:rPr>
              <a:t>Font Gama Sans Bold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878C86D-461D-3226-5E55-18A00A60C9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3084" y="4097909"/>
            <a:ext cx="3339034" cy="1343522"/>
          </a:xfrm>
        </p:spPr>
        <p:txBody>
          <a:bodyPr>
            <a:normAutofit/>
          </a:bodyPr>
          <a:lstStyle>
            <a:lvl1pPr marL="0" indent="0">
              <a:lnSpc>
                <a:spcPts val="2080"/>
              </a:lnSpc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space </a:t>
            </a:r>
            <a:r>
              <a:rPr lang="en-US" dirty="0" err="1"/>
              <a:t>untuk</a:t>
            </a:r>
            <a:r>
              <a:rPr lang="en-US" dirty="0"/>
              <a:t> sub-</a:t>
            </a:r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pelengkap</a:t>
            </a:r>
            <a:r>
              <a:rPr lang="en-US" dirty="0"/>
              <a:t> </a:t>
            </a:r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, Sentence Case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font Gama-Sans regular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1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92228-3C82-BE20-5AB4-EC0C0F8D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rgbClr val="01416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CEC25-4173-5FFA-AB47-F32D28E61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0029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6280E-E123-A39A-C538-F64639C8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rgbClr val="01416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55F73-FD8E-6577-F54A-585736F56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92A40-A77E-6EAB-FDFD-EAA25B466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9629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9B8A-252E-CB28-4E94-BE5DBBDFD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rgbClr val="01416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D01F8-B83B-1E07-2CDD-2E7254C5E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3A4C1-9E80-76D2-29E2-4B0A348F4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821B15-A042-7A0A-953B-6AABD3CB6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77BFD3-15F8-9387-2F5D-F321C8D72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6620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01E3-4A52-396A-EB02-500C2E34A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rgbClr val="01416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632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147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612A-9C0E-BC9D-DC1B-85CECB82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1416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CA2F2-B1F1-A602-D946-F499A0151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45141"/>
            <a:ext cx="6172200" cy="461591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32B6B-8BA4-3B15-1509-0AF94919D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15182"/>
            <a:ext cx="3932237" cy="35538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7953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EA417-73E9-8DE9-135C-7841C27EA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1416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735BB4-2134-3546-FE5E-C5B59BEF0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F464A-5A18-59B8-3618-810DBEACE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721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2028E-E924-9313-4B6D-E11254DB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68C0E-E9F0-2EC1-0265-FB74C5D70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5411D-BF0F-4D6C-5000-5B492ECB0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FFDA6-222A-B24B-A657-07678B7AD98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A8139-B429-A82E-7B79-416F4E1E8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29B1-04D1-88B6-33A2-342E21692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38A96-572D-C347-8D78-2E603CC1C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70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Gama-Sans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ama-Sans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ama-Sans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ma-Sans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ma-Sans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ma-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kaggle.com/datasets/xhlulu/140k-real-and-fake-fac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419A-03F9-CABB-207B-9527FD17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04" y="1605776"/>
            <a:ext cx="11368615" cy="2260733"/>
          </a:xfrm>
        </p:spPr>
        <p:txBody>
          <a:bodyPr>
            <a:noAutofit/>
          </a:bodyPr>
          <a:lstStyle/>
          <a:p>
            <a:pPr algn="r"/>
            <a:r>
              <a:rPr lang="en-US" sz="3600" dirty="0"/>
              <a:t>Comparative Evaluation of Transfer Learning Strategies for AI-Generated Face Detection using EfficientNetB0, ResNet50, and MobileNetV2</a:t>
            </a:r>
            <a:br>
              <a:rPr lang="en-US" sz="3600" dirty="0"/>
            </a:br>
            <a:br>
              <a:rPr lang="en-US" sz="2800" dirty="0"/>
            </a:br>
            <a:r>
              <a:rPr lang="en-US" sz="2800" b="0" dirty="0" err="1"/>
              <a:t>Rismiyati</a:t>
            </a:r>
            <a:r>
              <a:rPr lang="en-US" sz="2800" b="0" dirty="0"/>
              <a:t>*, </a:t>
            </a:r>
            <a:r>
              <a:rPr lang="en-US" sz="2800" b="0" dirty="0" err="1"/>
              <a:t>Herlina</a:t>
            </a:r>
            <a:r>
              <a:rPr lang="en-US" sz="2800" b="0" dirty="0"/>
              <a:t>*, I Gede Bintang Arya </a:t>
            </a:r>
            <a:r>
              <a:rPr lang="en-US" sz="2800" b="0" dirty="0" err="1"/>
              <a:t>Budaya</a:t>
            </a:r>
            <a:r>
              <a:rPr lang="en-US" sz="2800" b="0" dirty="0"/>
              <a:t>*</a:t>
            </a:r>
            <a:br>
              <a:rPr lang="en-US" sz="2800" b="0" dirty="0"/>
            </a:br>
            <a:br>
              <a:rPr lang="en-US" sz="2800" b="0" dirty="0"/>
            </a:br>
            <a:endParaRPr lang="en-US" sz="28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9A743-7AAC-90B7-107C-97FB3991481A}"/>
              </a:ext>
            </a:extLst>
          </p:cNvPr>
          <p:cNvSpPr txBox="1"/>
          <p:nvPr/>
        </p:nvSpPr>
        <p:spPr>
          <a:xfrm>
            <a:off x="545804" y="5030224"/>
            <a:ext cx="58716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1416B"/>
                </a:solidFill>
                <a:latin typeface="Gama-Sans" pitchFamily="2" charset="0"/>
                <a:ea typeface="+mj-ea"/>
                <a:cs typeface="+mj-cs"/>
              </a:rPr>
              <a:t>Computer Vision </a:t>
            </a:r>
            <a:r>
              <a:rPr lang="en-US" b="1" dirty="0" err="1">
                <a:solidFill>
                  <a:srgbClr val="01416B"/>
                </a:solidFill>
                <a:latin typeface="Gama-Sans" pitchFamily="2" charset="0"/>
                <a:ea typeface="+mj-ea"/>
                <a:cs typeface="+mj-cs"/>
              </a:rPr>
              <a:t>Lanjut</a:t>
            </a:r>
            <a:endParaRPr lang="en-US" b="1" dirty="0">
              <a:solidFill>
                <a:srgbClr val="01416B"/>
              </a:solidFill>
              <a:latin typeface="Gama-Sans" pitchFamily="2" charset="0"/>
              <a:ea typeface="+mj-ea"/>
              <a:cs typeface="+mj-cs"/>
            </a:endParaRPr>
          </a:p>
          <a:p>
            <a:r>
              <a:rPr lang="en-US" b="1" dirty="0">
                <a:solidFill>
                  <a:srgbClr val="01416B"/>
                </a:solidFill>
                <a:latin typeface="Gama-Sans" pitchFamily="2" charset="0"/>
                <a:ea typeface="+mj-ea"/>
                <a:cs typeface="+mj-cs"/>
              </a:rPr>
              <a:t>Program Studi </a:t>
            </a:r>
            <a:r>
              <a:rPr lang="en-US" b="1" dirty="0" err="1">
                <a:solidFill>
                  <a:srgbClr val="01416B"/>
                </a:solidFill>
                <a:latin typeface="Gama-Sans" pitchFamily="2" charset="0"/>
                <a:ea typeface="+mj-ea"/>
                <a:cs typeface="+mj-cs"/>
              </a:rPr>
              <a:t>Doktor</a:t>
            </a:r>
            <a:r>
              <a:rPr lang="en-US" b="1" dirty="0">
                <a:solidFill>
                  <a:srgbClr val="01416B"/>
                </a:solidFill>
                <a:latin typeface="Gama-Sans" pitchFamily="2" charset="0"/>
                <a:ea typeface="+mj-ea"/>
                <a:cs typeface="+mj-cs"/>
              </a:rPr>
              <a:t> </a:t>
            </a:r>
            <a:r>
              <a:rPr lang="en-US" b="1" dirty="0" err="1">
                <a:solidFill>
                  <a:srgbClr val="01416B"/>
                </a:solidFill>
                <a:latin typeface="Gama-Sans" pitchFamily="2" charset="0"/>
                <a:ea typeface="+mj-ea"/>
                <a:cs typeface="+mj-cs"/>
              </a:rPr>
              <a:t>Ilmu</a:t>
            </a:r>
            <a:r>
              <a:rPr lang="en-US" b="1" dirty="0">
                <a:solidFill>
                  <a:srgbClr val="01416B"/>
                </a:solidFill>
                <a:latin typeface="Gama-Sans" pitchFamily="2" charset="0"/>
                <a:ea typeface="+mj-ea"/>
                <a:cs typeface="+mj-cs"/>
              </a:rPr>
              <a:t> </a:t>
            </a:r>
            <a:r>
              <a:rPr lang="en-US" b="1" dirty="0" err="1">
                <a:solidFill>
                  <a:srgbClr val="01416B"/>
                </a:solidFill>
                <a:latin typeface="Gama-Sans" pitchFamily="2" charset="0"/>
                <a:ea typeface="+mj-ea"/>
                <a:cs typeface="+mj-cs"/>
              </a:rPr>
              <a:t>Komputer</a:t>
            </a:r>
            <a:endParaRPr lang="en-US" b="1" dirty="0">
              <a:solidFill>
                <a:srgbClr val="01416B"/>
              </a:solidFill>
              <a:latin typeface="Gama-Sans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09924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CE3646-41D3-8177-7057-81A08D2B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56" y="457722"/>
            <a:ext cx="7518722" cy="711321"/>
          </a:xfrm>
        </p:spPr>
        <p:txBody>
          <a:bodyPr/>
          <a:lstStyle/>
          <a:p>
            <a:r>
              <a:rPr lang="en-US" dirty="0"/>
              <a:t>Introduction - Research Problem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7BB80D34-B43C-2224-9CC5-55005EC5F970}"/>
              </a:ext>
            </a:extLst>
          </p:cNvPr>
          <p:cNvSpPr txBox="1">
            <a:spLocks/>
          </p:cNvSpPr>
          <p:nvPr/>
        </p:nvSpPr>
        <p:spPr>
          <a:xfrm>
            <a:off x="629855" y="1585732"/>
            <a:ext cx="10612767" cy="4432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endParaRPr lang="en-ID" sz="2300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8B5AFEBB-4AC6-9809-C1C8-9C1526A750D6}"/>
              </a:ext>
            </a:extLst>
          </p:cNvPr>
          <p:cNvSpPr txBox="1">
            <a:spLocks/>
          </p:cNvSpPr>
          <p:nvPr/>
        </p:nvSpPr>
        <p:spPr>
          <a:xfrm>
            <a:off x="629856" y="1585732"/>
            <a:ext cx="11000866" cy="8164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sz="2400" dirty="0"/>
              <a:t>AI development brings major benefits but also serious risks, including unethical misuse.</a:t>
            </a:r>
          </a:p>
          <a:p>
            <a:r>
              <a:rPr lang="en-ID" sz="2400" dirty="0" err="1"/>
              <a:t>DeepFake</a:t>
            </a:r>
            <a:r>
              <a:rPr lang="en-ID" sz="2400" dirty="0"/>
              <a:t> technology creates highly realistic synthetic images/videos that are difficult to distinguish from real ones.</a:t>
            </a:r>
          </a:p>
          <a:p>
            <a:r>
              <a:rPr lang="en-ID" sz="2400" dirty="0" err="1"/>
              <a:t>DeepFake</a:t>
            </a:r>
            <a:r>
              <a:rPr lang="en-ID" sz="2400" dirty="0"/>
              <a:t> cases are increasing in Indonesia, affecting public figures and contributing to cyberbullying, defamation, and political manipulation.</a:t>
            </a:r>
          </a:p>
          <a:p>
            <a:r>
              <a:rPr lang="en-ID" sz="2400" dirty="0"/>
              <a:t>Detecting </a:t>
            </a:r>
            <a:r>
              <a:rPr lang="en-ID" sz="2400" dirty="0" err="1"/>
              <a:t>DeepFakes</a:t>
            </a:r>
            <a:r>
              <a:rPr lang="en-ID" sz="2400" dirty="0"/>
              <a:t> is challenging; CNN-based approaches help extract subtle visual artifacts.</a:t>
            </a:r>
          </a:p>
          <a:p>
            <a:r>
              <a:rPr lang="en-ID" sz="2400" dirty="0"/>
              <a:t>This study develops a </a:t>
            </a:r>
            <a:r>
              <a:rPr lang="en-ID" sz="2400" dirty="0" err="1"/>
              <a:t>DeepFake</a:t>
            </a:r>
            <a:r>
              <a:rPr lang="en-ID" sz="2400" dirty="0"/>
              <a:t> detection system by comparing </a:t>
            </a:r>
            <a:r>
              <a:rPr lang="en-ID" sz="2400" b="1" dirty="0"/>
              <a:t>EfficientNetB0</a:t>
            </a:r>
            <a:r>
              <a:rPr lang="en-ID" sz="2400" dirty="0"/>
              <a:t>, </a:t>
            </a:r>
            <a:r>
              <a:rPr lang="en-ID" sz="2400" b="1" dirty="0"/>
              <a:t>ResNet50</a:t>
            </a:r>
            <a:r>
              <a:rPr lang="en-ID" sz="2400" dirty="0"/>
              <a:t>, and </a:t>
            </a:r>
            <a:r>
              <a:rPr lang="en-ID" sz="2400" b="1" dirty="0"/>
              <a:t>MobileNetV2</a:t>
            </a:r>
            <a:r>
              <a:rPr lang="en-ID" sz="2400" dirty="0"/>
              <a:t>.</a:t>
            </a:r>
          </a:p>
          <a:p>
            <a:r>
              <a:rPr lang="en-ID" sz="2400" b="1" dirty="0"/>
              <a:t>Goal</a:t>
            </a:r>
            <a:r>
              <a:rPr lang="en-ID" sz="2400" dirty="0"/>
              <a:t>: provide insights on balancing detection accuracy and computational efficiency. </a:t>
            </a:r>
            <a:endParaRPr lang="en-ID" sz="2400" b="1" dirty="0"/>
          </a:p>
        </p:txBody>
      </p:sp>
    </p:spTree>
    <p:extLst>
      <p:ext uri="{BB962C8B-B14F-4D97-AF65-F5344CB8AC3E}">
        <p14:creationId xmlns:p14="http://schemas.microsoft.com/office/powerpoint/2010/main" val="61762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B033D-65C3-83BF-5D73-F8D166DB4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  <a:endParaRPr lang="en-ID" dirty="0"/>
          </a:p>
        </p:txBody>
      </p:sp>
      <p:pic>
        <p:nvPicPr>
          <p:cNvPr id="1026" name="Picture 2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24CCEDB5-79B9-30AE-EBB1-CE85A52181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598" y="1170759"/>
            <a:ext cx="5842988" cy="3354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390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A702-73B1-4704-11A2-066C4526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214186-BD72-2743-8589-C8C11DDC3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56" y="457722"/>
            <a:ext cx="7518722" cy="711321"/>
          </a:xfrm>
        </p:spPr>
        <p:txBody>
          <a:bodyPr/>
          <a:lstStyle/>
          <a:p>
            <a:r>
              <a:rPr lang="en-US" dirty="0"/>
              <a:t>Dataset Details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2BBE4A19-11CD-9473-5FFB-DE92D6881BAB}"/>
              </a:ext>
            </a:extLst>
          </p:cNvPr>
          <p:cNvSpPr txBox="1">
            <a:spLocks/>
          </p:cNvSpPr>
          <p:nvPr/>
        </p:nvSpPr>
        <p:spPr>
          <a:xfrm>
            <a:off x="629856" y="1585732"/>
            <a:ext cx="5363171" cy="41958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sz="2400" b="1" dirty="0"/>
              <a:t>Dataset source </a:t>
            </a:r>
            <a:r>
              <a:rPr lang="en-ID" sz="2400" dirty="0"/>
              <a:t>:</a:t>
            </a:r>
            <a:r>
              <a:rPr lang="en-ID" sz="2400" b="1" dirty="0"/>
              <a:t> </a:t>
            </a:r>
          </a:p>
          <a:p>
            <a:pPr marL="231775" indent="0">
              <a:buNone/>
            </a:pPr>
            <a:r>
              <a:rPr lang="en-ID" sz="2400" dirty="0">
                <a:hlinkClick r:id="rId2"/>
              </a:rPr>
              <a:t>Kaggle 140K Real and Fake Faces Public Dataset </a:t>
            </a:r>
            <a:endParaRPr lang="en-ID" sz="2400" dirty="0"/>
          </a:p>
          <a:p>
            <a:r>
              <a:rPr lang="en-ID" sz="2400" b="1" dirty="0"/>
              <a:t>Size </a:t>
            </a:r>
            <a:r>
              <a:rPr lang="en-ID" sz="2400" dirty="0"/>
              <a:t>: 256 x 256 </a:t>
            </a:r>
            <a:r>
              <a:rPr lang="en-ID" sz="2400" dirty="0" err="1"/>
              <a:t>px</a:t>
            </a:r>
            <a:endParaRPr lang="en-ID" sz="600" dirty="0"/>
          </a:p>
          <a:p>
            <a:r>
              <a:rPr lang="en-ID" sz="2400" b="1" dirty="0"/>
              <a:t>Num of classes </a:t>
            </a:r>
            <a:r>
              <a:rPr lang="en-ID" sz="2400" dirty="0"/>
              <a:t>: 2 classes (real &amp; fake)</a:t>
            </a:r>
          </a:p>
          <a:p>
            <a:r>
              <a:rPr lang="en-ID" sz="2400" b="1" dirty="0"/>
              <a:t>Data splitting</a:t>
            </a:r>
          </a:p>
          <a:p>
            <a:endParaRPr lang="en-ID" sz="2400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4D5940C-057A-4698-888F-A8DF9A3F5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19234"/>
              </p:ext>
            </p:extLst>
          </p:nvPr>
        </p:nvGraphicFramePr>
        <p:xfrm>
          <a:off x="931770" y="4244869"/>
          <a:ext cx="4759341" cy="13411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07731">
                  <a:extLst>
                    <a:ext uri="{9D8B030D-6E8A-4147-A177-3AD203B41FA5}">
                      <a16:colId xmlns:a16="http://schemas.microsoft.com/office/drawing/2014/main" val="4009957487"/>
                    </a:ext>
                  </a:extLst>
                </a:gridCol>
                <a:gridCol w="1973494">
                  <a:extLst>
                    <a:ext uri="{9D8B030D-6E8A-4147-A177-3AD203B41FA5}">
                      <a16:colId xmlns:a16="http://schemas.microsoft.com/office/drawing/2014/main" val="2455995468"/>
                    </a:ext>
                  </a:extLst>
                </a:gridCol>
                <a:gridCol w="2078116">
                  <a:extLst>
                    <a:ext uri="{9D8B030D-6E8A-4147-A177-3AD203B41FA5}">
                      <a16:colId xmlns:a16="http://schemas.microsoft.com/office/drawing/2014/main" val="1344049490"/>
                    </a:ext>
                  </a:extLst>
                </a:gridCol>
              </a:tblGrid>
              <a:tr h="270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Gama-Sans light" pitchFamily="2" charset="0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Gama-Sans light" pitchFamily="2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Gama-Sans light" pitchFamily="2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32630"/>
                  </a:ext>
                </a:extLst>
              </a:tr>
              <a:tr h="270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Gama-Sans light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Gama-Sans light" pitchFamily="2" charset="0"/>
                        </a:rP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latin typeface="Gama-Sans light" pitchFamily="2" charset="0"/>
                        </a:rPr>
                        <a:t>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487774"/>
                  </a:ext>
                </a:extLst>
              </a:tr>
              <a:tr h="270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Gama-Sans light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Gama-Sans light" pitchFamily="2" charset="0"/>
                        </a:rP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latin typeface="Gama-Sans light" pitchFamily="2" charset="0"/>
                        </a:rPr>
                        <a:t>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433892"/>
                  </a:ext>
                </a:extLst>
              </a:tr>
              <a:tr h="270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Gama-Sans light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Gama-Sans light" pitchFamily="2" charset="0"/>
                        </a:rP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latin typeface="Gama-Sans light" pitchFamily="2" charset="0"/>
                        </a:rPr>
                        <a:t>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301153"/>
                  </a:ext>
                </a:extLst>
              </a:tr>
            </a:tbl>
          </a:graphicData>
        </a:graphic>
      </p:graphicFrame>
      <p:pic>
        <p:nvPicPr>
          <p:cNvPr id="8" name="Picture 7" descr="A collage of people's faces&#10;&#10;AI-generated content may be incorrect.">
            <a:extLst>
              <a:ext uri="{FF2B5EF4-FFF2-40B4-BE49-F238E27FC236}">
                <a16:creationId xmlns:a16="http://schemas.microsoft.com/office/drawing/2014/main" id="{1A07A10B-AFE4-7267-BCD1-46211F33A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279" y="971250"/>
            <a:ext cx="5060984" cy="515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1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3045-A94F-25FA-9ED1-BB89E3069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15F3C1-DE11-AEC6-6A47-57D57EE68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56" y="457722"/>
            <a:ext cx="7518722" cy="711321"/>
          </a:xfrm>
        </p:spPr>
        <p:txBody>
          <a:bodyPr/>
          <a:lstStyle/>
          <a:p>
            <a:r>
              <a:rPr lang="en-US" dirty="0"/>
              <a:t>The Proposed Training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C51986-E92B-C016-E338-0CF19F683D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028" y="2070933"/>
            <a:ext cx="6209559" cy="2716134"/>
          </a:xfrm>
          <a:prstGeom prst="rect">
            <a:avLst/>
          </a:prstGeom>
          <a:noFill/>
        </p:spPr>
      </p:pic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56B6AB52-ABE4-4D8D-3CDD-4D7B6F5336C3}"/>
              </a:ext>
            </a:extLst>
          </p:cNvPr>
          <p:cNvSpPr txBox="1">
            <a:spLocks/>
          </p:cNvSpPr>
          <p:nvPr/>
        </p:nvSpPr>
        <p:spPr>
          <a:xfrm>
            <a:off x="629856" y="1585732"/>
            <a:ext cx="11000866" cy="8164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sz="2400" dirty="0"/>
              <a:t>The base models used in this experiment are </a:t>
            </a:r>
            <a:r>
              <a:rPr lang="en-ID" sz="2400" b="1" dirty="0"/>
              <a:t>EfficientNetB0</a:t>
            </a:r>
            <a:r>
              <a:rPr lang="en-ID" sz="2400" dirty="0"/>
              <a:t>, </a:t>
            </a:r>
            <a:r>
              <a:rPr lang="en-ID" sz="2400" b="1" dirty="0"/>
              <a:t>ResNet50</a:t>
            </a:r>
            <a:r>
              <a:rPr lang="en-ID" sz="2400" dirty="0"/>
              <a:t> and </a:t>
            </a:r>
            <a:r>
              <a:rPr lang="en-ID" sz="2400" b="1" dirty="0"/>
              <a:t>MobileNetV2</a:t>
            </a:r>
            <a:r>
              <a:rPr lang="en-ID" sz="2400" dirty="0"/>
              <a:t>.</a:t>
            </a:r>
            <a:endParaRPr lang="en-ID" sz="2400" b="1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E73BB045-1A2A-81E4-25A6-99FED68CA528}"/>
              </a:ext>
            </a:extLst>
          </p:cNvPr>
          <p:cNvSpPr txBox="1">
            <a:spLocks/>
          </p:cNvSpPr>
          <p:nvPr/>
        </p:nvSpPr>
        <p:spPr>
          <a:xfrm>
            <a:off x="561277" y="2402169"/>
            <a:ext cx="5192751" cy="3898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sz="2400" b="1" dirty="0"/>
              <a:t>Experiment scenario: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Determine the structure of dense layer</a:t>
            </a:r>
            <a:r>
              <a:rPr lang="en-ID" sz="1800" dirty="0"/>
              <a:t>: </a:t>
            </a:r>
            <a:r>
              <a:rPr lang="en-US" sz="2000" dirty="0"/>
              <a:t>is performed with ResNet50 base layer</a:t>
            </a:r>
            <a:endParaRPr lang="en-ID" sz="1800" dirty="0"/>
          </a:p>
          <a:p>
            <a:pPr lvl="2"/>
            <a:r>
              <a:rPr lang="en-ID" sz="1400" dirty="0"/>
              <a:t>neuron number (256,512) </a:t>
            </a:r>
          </a:p>
          <a:p>
            <a:pPr lvl="2"/>
            <a:r>
              <a:rPr lang="en-ID" sz="1400" dirty="0"/>
              <a:t>drop out of (0.3,0.5,0.7)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Determine the structure of convolution layer</a:t>
            </a:r>
            <a:endParaRPr lang="en-ID" sz="1800" dirty="0"/>
          </a:p>
          <a:p>
            <a:pPr lvl="2"/>
            <a:r>
              <a:rPr lang="en-ID" sz="1400" dirty="0"/>
              <a:t>number of kernel (256,512) </a:t>
            </a:r>
          </a:p>
          <a:p>
            <a:pPr lvl="2"/>
            <a:r>
              <a:rPr lang="en-ID" sz="1400" dirty="0"/>
              <a:t>kernel size ([3,3], [7,7])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Determine the impact of fine tune to the model</a:t>
            </a:r>
            <a:endParaRPr lang="en-ID" sz="1800" dirty="0"/>
          </a:p>
          <a:p>
            <a:pPr lvl="2"/>
            <a:r>
              <a:rPr lang="en-ID" sz="1400" dirty="0"/>
              <a:t>No fine tuning</a:t>
            </a:r>
          </a:p>
          <a:p>
            <a:pPr lvl="2"/>
            <a:r>
              <a:rPr lang="en-ID" sz="1400" dirty="0"/>
              <a:t>50% fine tuning performed </a:t>
            </a:r>
          </a:p>
          <a:p>
            <a:endParaRPr lang="en-ID" sz="2000" dirty="0"/>
          </a:p>
          <a:p>
            <a:pPr marL="0" indent="0">
              <a:buNone/>
            </a:pPr>
            <a:endParaRPr lang="en-ID" sz="2000" b="1" dirty="0"/>
          </a:p>
        </p:txBody>
      </p:sp>
    </p:spTree>
    <p:extLst>
      <p:ext uri="{BB962C8B-B14F-4D97-AF65-F5344CB8AC3E}">
        <p14:creationId xmlns:p14="http://schemas.microsoft.com/office/powerpoint/2010/main" val="4068447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00552-2512-D5AD-1B46-F9217AD3F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/>
          <a:lstStyle/>
          <a:p>
            <a:r>
              <a:rPr lang="en-US" dirty="0"/>
              <a:t>Result –ResNet50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EAB5A8-CF55-E43E-DDEA-219CDABDD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0264869"/>
              </p:ext>
            </p:extLst>
          </p:nvPr>
        </p:nvGraphicFramePr>
        <p:xfrm>
          <a:off x="906780" y="1188720"/>
          <a:ext cx="10957560" cy="5158748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586740">
                  <a:extLst>
                    <a:ext uri="{9D8B030D-6E8A-4147-A177-3AD203B41FA5}">
                      <a16:colId xmlns:a16="http://schemas.microsoft.com/office/drawing/2014/main" val="4111945459"/>
                    </a:ext>
                  </a:extLst>
                </a:gridCol>
                <a:gridCol w="4259580">
                  <a:extLst>
                    <a:ext uri="{9D8B030D-6E8A-4147-A177-3AD203B41FA5}">
                      <a16:colId xmlns:a16="http://schemas.microsoft.com/office/drawing/2014/main" val="4159362139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976879511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30435783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004978658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593944805"/>
                    </a:ext>
                  </a:extLst>
                </a:gridCol>
              </a:tblGrid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No</a:t>
                      </a:r>
                      <a:r>
                        <a:rPr lang="en-US" sz="1600" b="0" dirty="0">
                          <a:effectLst/>
                        </a:rPr>
                        <a:t>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Model Name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Accuracy (%)</a:t>
                      </a:r>
                      <a:r>
                        <a:rPr lang="en-US" sz="1600" b="0" dirty="0">
                          <a:effectLst/>
                        </a:rPr>
                        <a:t>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Precision (%)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Recall (%)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F1-Score (%)</a:t>
                      </a:r>
                      <a:r>
                        <a:rPr lang="en-US" sz="1600" b="0" dirty="0">
                          <a:effectLst/>
                        </a:rPr>
                        <a:t>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203153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1 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R_noFT_D256_DO0.3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68.25 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68.53 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67.50 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68 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321474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2 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R_noFT_D256_ DO0.5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66.80 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67.07 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66.00 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67 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013261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3 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R_noFT_D256_ DO0.7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68.90 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69.09 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68,40 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69 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470992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4 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R_noFT_D512_DO0.3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68.75 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67.28 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73.00 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720221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5 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R_noFT_D512_ DO0.5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61.85 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57.56 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90.20 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773714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R_noFT_D512_ DO0.7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67.90 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68.53 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66.20 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68 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864864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0" dirty="0">
                          <a:effectLst/>
                        </a:rPr>
                        <a:t>R_noFT_C256_3x3_D256_DO0.7 </a:t>
                      </a:r>
                      <a:endParaRPr lang="pt-BR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72.8 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73.26 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71.8 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72.5 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99960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R_noFT_C256_7x7_D256_DO0.7 </a:t>
                      </a:r>
                      <a:endParaRPr lang="pt-BR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78.0 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78.9 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76.3 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77.6 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993741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R_noFT_C512_3x3_D256_DO0.7 </a:t>
                      </a:r>
                      <a:endParaRPr lang="pt-BR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73.75 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74.3 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72.6 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73.4 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652440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10 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R_noFT_C512_7x7_D256_DO0.7 </a:t>
                      </a:r>
                      <a:endParaRPr lang="pt-BR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74.3 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85.9 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58.1 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69.33 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018138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11 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R_FT50_D256_DO0.7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84.5 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85.2 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84.1 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84.6 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174698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12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1">
                          <a:effectLst/>
                        </a:rPr>
                        <a:t>R_FT50_C256_3x3_D256_DO0.7</a:t>
                      </a:r>
                      <a:r>
                        <a:rPr lang="pt-BR" sz="1600" b="0">
                          <a:effectLst/>
                        </a:rPr>
                        <a:t> </a:t>
                      </a:r>
                      <a:endParaRPr lang="pt-BR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90.05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92.4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88.25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</a:p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90.27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41421"/>
                  </a:ext>
                </a:extLst>
              </a:tr>
              <a:tr h="3684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13 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R_FT50_C256_7x7_D256_DO0.7 </a:t>
                      </a:r>
                      <a:endParaRPr lang="pt-BR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87.9 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88.6 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88.2 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88.0 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618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3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9624E-0B86-7CAD-8207-E3AA1567B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53D5-B449-ED44-4C44-EADDBD254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–</a:t>
            </a:r>
            <a:r>
              <a:rPr lang="en-US" dirty="0" err="1"/>
              <a:t>EfficientNet</a:t>
            </a:r>
            <a:endParaRPr lang="en-ID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4C54C8C-974F-B6BE-F20F-CC470F3707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473094"/>
              </p:ext>
            </p:extLst>
          </p:nvPr>
        </p:nvGraphicFramePr>
        <p:xfrm>
          <a:off x="2179320" y="2523014"/>
          <a:ext cx="9532621" cy="3034117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754162">
                  <a:extLst>
                    <a:ext uri="{9D8B030D-6E8A-4147-A177-3AD203B41FA5}">
                      <a16:colId xmlns:a16="http://schemas.microsoft.com/office/drawing/2014/main" val="3873083270"/>
                    </a:ext>
                  </a:extLst>
                </a:gridCol>
                <a:gridCol w="2895987">
                  <a:extLst>
                    <a:ext uri="{9D8B030D-6E8A-4147-A177-3AD203B41FA5}">
                      <a16:colId xmlns:a16="http://schemas.microsoft.com/office/drawing/2014/main" val="3340339821"/>
                    </a:ext>
                  </a:extLst>
                </a:gridCol>
                <a:gridCol w="1689325">
                  <a:extLst>
                    <a:ext uri="{9D8B030D-6E8A-4147-A177-3AD203B41FA5}">
                      <a16:colId xmlns:a16="http://schemas.microsoft.com/office/drawing/2014/main" val="552256473"/>
                    </a:ext>
                  </a:extLst>
                </a:gridCol>
                <a:gridCol w="1689325">
                  <a:extLst>
                    <a:ext uri="{9D8B030D-6E8A-4147-A177-3AD203B41FA5}">
                      <a16:colId xmlns:a16="http://schemas.microsoft.com/office/drawing/2014/main" val="2533299250"/>
                    </a:ext>
                  </a:extLst>
                </a:gridCol>
                <a:gridCol w="1417827">
                  <a:extLst>
                    <a:ext uri="{9D8B030D-6E8A-4147-A177-3AD203B41FA5}">
                      <a16:colId xmlns:a16="http://schemas.microsoft.com/office/drawing/2014/main" val="3742941098"/>
                    </a:ext>
                  </a:extLst>
                </a:gridCol>
                <a:gridCol w="1085995">
                  <a:extLst>
                    <a:ext uri="{9D8B030D-6E8A-4147-A177-3AD203B41FA5}">
                      <a16:colId xmlns:a16="http://schemas.microsoft.com/office/drawing/2014/main" val="3795311177"/>
                    </a:ext>
                  </a:extLst>
                </a:gridCol>
              </a:tblGrid>
              <a:tr h="45144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No</a:t>
                      </a:r>
                      <a:r>
                        <a:rPr lang="en-US" sz="1600" b="0" dirty="0">
                          <a:effectLst/>
                        </a:rPr>
                        <a:t>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Model Name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Accuracy (%)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Precision (%)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Recall (%)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F1-Score (%)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3594"/>
                  </a:ext>
                </a:extLst>
              </a:tr>
              <a:tr h="30637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1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1">
                          <a:effectLst/>
                        </a:rPr>
                        <a:t>E_noFT_C256_3x3_D256_DO0.7</a:t>
                      </a:r>
                      <a:r>
                        <a:rPr lang="pt-BR" sz="1600" b="0">
                          <a:effectLst/>
                        </a:rPr>
                        <a:t> </a:t>
                      </a:r>
                      <a:endParaRPr lang="pt-BR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93.35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91.40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95.70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93.50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523684"/>
                  </a:ext>
                </a:extLst>
              </a:tr>
              <a:tr h="30637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2 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0" dirty="0">
                          <a:effectLst/>
                        </a:rPr>
                        <a:t>E_noFT_C256_7x7_D256_DO0.7 </a:t>
                      </a:r>
                      <a:endParaRPr lang="pt-BR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92.95 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93.08 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92.80 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92.94 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464910"/>
                  </a:ext>
                </a:extLst>
              </a:tr>
              <a:tr h="30637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3 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E_noFT_C512_3x3_D256_DO0.7 </a:t>
                      </a:r>
                      <a:endParaRPr lang="pt-BR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93.35 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92.96 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93.80 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93.38 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654903"/>
                  </a:ext>
                </a:extLst>
              </a:tr>
              <a:tr h="30637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4 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E_noFT_C512_7x7_D256_DO0.7 </a:t>
                      </a:r>
                      <a:endParaRPr lang="pt-BR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92.55 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91.51 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93.80 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92.64 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013364"/>
                  </a:ext>
                </a:extLst>
              </a:tr>
              <a:tr h="30637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5 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E_FT50_C256_3x3_D256_DO0.7 </a:t>
                      </a:r>
                      <a:endParaRPr lang="pt-BR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91.65 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91.36 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92.00 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91.68 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049185"/>
                  </a:ext>
                </a:extLst>
              </a:tr>
              <a:tr h="30637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E_FT50_C256_7x7_D256_DO0.7 </a:t>
                      </a:r>
                      <a:endParaRPr lang="pt-BR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92.40 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92.57 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92.20 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92.38 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512725"/>
                  </a:ext>
                </a:extLst>
              </a:tr>
              <a:tr h="30637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0" dirty="0">
                          <a:effectLst/>
                        </a:rPr>
                        <a:t>E_FT50_C512_3x3_D256_DO0.7 </a:t>
                      </a:r>
                      <a:endParaRPr lang="pt-BR" sz="1600" b="0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91.75 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89.95 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94.00 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91.93 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662258"/>
                  </a:ext>
                </a:extLst>
              </a:tr>
              <a:tr h="30637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t-BR" sz="1600" b="0">
                          <a:effectLst/>
                        </a:rPr>
                        <a:t>E_FT50_C512_7x7_D256_DO0.7 </a:t>
                      </a:r>
                      <a:endParaRPr lang="pt-BR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92.50 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92.33 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92.70 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92.51 </a:t>
                      </a:r>
                      <a:endParaRPr lang="en-US" sz="1600" b="0" i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455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085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8B306-6CAF-725F-7231-EAFD09D9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0584-E4F8-0E84-19CF-F72A49AC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–</a:t>
            </a:r>
            <a:r>
              <a:rPr lang="en-US" dirty="0" err="1"/>
              <a:t>MobileNet</a:t>
            </a:r>
            <a:endParaRPr lang="en-ID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4FC353B-4C83-EECA-D1F1-EC287BCC25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388780"/>
              </p:ext>
            </p:extLst>
          </p:nvPr>
        </p:nvGraphicFramePr>
        <p:xfrm>
          <a:off x="1143000" y="1984534"/>
          <a:ext cx="10881360" cy="3600922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918115">
                  <a:extLst>
                    <a:ext uri="{9D8B030D-6E8A-4147-A177-3AD203B41FA5}">
                      <a16:colId xmlns:a16="http://schemas.microsoft.com/office/drawing/2014/main" val="2027208234"/>
                    </a:ext>
                  </a:extLst>
                </a:gridCol>
                <a:gridCol w="3196400">
                  <a:extLst>
                    <a:ext uri="{9D8B030D-6E8A-4147-A177-3AD203B41FA5}">
                      <a16:colId xmlns:a16="http://schemas.microsoft.com/office/drawing/2014/main" val="974007813"/>
                    </a:ext>
                  </a:extLst>
                </a:gridCol>
                <a:gridCol w="1904238">
                  <a:extLst>
                    <a:ext uri="{9D8B030D-6E8A-4147-A177-3AD203B41FA5}">
                      <a16:colId xmlns:a16="http://schemas.microsoft.com/office/drawing/2014/main" val="1386425185"/>
                    </a:ext>
                  </a:extLst>
                </a:gridCol>
                <a:gridCol w="1904238">
                  <a:extLst>
                    <a:ext uri="{9D8B030D-6E8A-4147-A177-3AD203B41FA5}">
                      <a16:colId xmlns:a16="http://schemas.microsoft.com/office/drawing/2014/main" val="3285938210"/>
                    </a:ext>
                  </a:extLst>
                </a:gridCol>
                <a:gridCol w="1598199">
                  <a:extLst>
                    <a:ext uri="{9D8B030D-6E8A-4147-A177-3AD203B41FA5}">
                      <a16:colId xmlns:a16="http://schemas.microsoft.com/office/drawing/2014/main" val="3605236098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3035294554"/>
                    </a:ext>
                  </a:extLst>
                </a:gridCol>
              </a:tblGrid>
              <a:tr h="27699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No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Model Name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Accuracy (%)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Precision (%)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Recall (%)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effectLst/>
                        </a:rPr>
                        <a:t>F1-Score (%)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129718"/>
                  </a:ext>
                </a:extLst>
              </a:tr>
              <a:tr h="27699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1 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M_noFT_D256_ DO0.3 </a:t>
                      </a:r>
                      <a:endParaRPr lang="en-US" sz="16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83.00 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83.21 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83.00 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82.97 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5541131"/>
                  </a:ext>
                </a:extLst>
              </a:tr>
              <a:tr h="27699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2 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M_noFT_D256_ DO0.5 </a:t>
                      </a:r>
                      <a:endParaRPr lang="en-US" sz="16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81.95 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81.95 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81.95 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81.95 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901711"/>
                  </a:ext>
                </a:extLst>
              </a:tr>
              <a:tr h="27699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3 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M_noFT_D256_ DO0.7 </a:t>
                      </a:r>
                      <a:endParaRPr lang="en-US" sz="16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82.45 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82.45 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82.45 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82.45 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434814"/>
                  </a:ext>
                </a:extLst>
              </a:tr>
              <a:tr h="27699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4 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M_noFT_D512_ DO0.3 </a:t>
                      </a:r>
                      <a:endParaRPr lang="en-US" sz="16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81.45 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81.47 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81.45 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81.45 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979511"/>
                  </a:ext>
                </a:extLst>
              </a:tr>
              <a:tr h="27699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M_noFT_D512_DO0.5 </a:t>
                      </a:r>
                      <a:endParaRPr lang="en-US" sz="16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81.95 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81.97 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81.95 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81.95 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28661"/>
                  </a:ext>
                </a:extLst>
              </a:tr>
              <a:tr h="27699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6 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 dirty="0">
                          <a:effectLst/>
                        </a:rPr>
                        <a:t>M_noFT_D512_ DO0.7 </a:t>
                      </a:r>
                      <a:endParaRPr lang="en-US" sz="16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81.45 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81.49 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81.45 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81.44 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7127931"/>
                  </a:ext>
                </a:extLst>
              </a:tr>
              <a:tr h="27699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7 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M_noFT_C256_3x3_D256_DO0.7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83.5 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83.65 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83.50 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83.48 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6439368"/>
                  </a:ext>
                </a:extLst>
              </a:tr>
              <a:tr h="27699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M_noFT_C512_3x3_D256_DO0.7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84.05 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84.11 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84.05 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84.04 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073976"/>
                  </a:ext>
                </a:extLst>
              </a:tr>
              <a:tr h="27699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9 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M_noFT_C256_7x7_D256_DO0.7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83.5 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83.69 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83.50 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83.48 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528019"/>
                  </a:ext>
                </a:extLst>
              </a:tr>
              <a:tr h="27699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10 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M_noFT_C512_7x7_D256_DO0.7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85.35 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85.55 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effectLst/>
                        </a:rPr>
                        <a:t>85.35 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85.33 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085775"/>
                  </a:ext>
                </a:extLst>
              </a:tr>
              <a:tr h="276994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11 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l-PL" sz="1600" b="0">
                          <a:effectLst/>
                        </a:rPr>
                        <a:t>M_FT50_C256_3x3_D256_DO0.7 </a:t>
                      </a:r>
                      <a:endParaRPr lang="pl-PL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90.85 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91.06 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90.85 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90.84 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164944"/>
                  </a:ext>
                </a:extLst>
              </a:tr>
              <a:tr h="27699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809"/>
                        </a:lnSpc>
                        <a:buNone/>
                      </a:pPr>
                      <a:r>
                        <a:rPr lang="pl-PL" sz="1600" b="1">
                          <a:effectLst/>
                        </a:rPr>
                        <a:t>M_FT50_C512_7x7_D256_DO0.7</a:t>
                      </a:r>
                      <a:r>
                        <a:rPr lang="pl-PL" sz="1600" b="0">
                          <a:effectLst/>
                        </a:rPr>
                        <a:t> </a:t>
                      </a:r>
                      <a:endParaRPr lang="pl-PL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91.50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6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</a:rPr>
                        <a:t>92.19</a:t>
                      </a: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</a:rPr>
                        <a:t>91.50</a:t>
                      </a: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6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09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</a:rPr>
                        <a:t>91.47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600" b="0" i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7023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240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1EE88-2B82-2135-E977-78E386AB3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15FE22-DB92-144C-9465-59E59639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56" y="457722"/>
            <a:ext cx="7518722" cy="711321"/>
          </a:xfrm>
        </p:spPr>
        <p:txBody>
          <a:bodyPr/>
          <a:lstStyle/>
          <a:p>
            <a:r>
              <a:rPr lang="en-US" dirty="0"/>
              <a:t>Results – Comparison 3 models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979DA4-690C-805A-4592-D60C992A9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548358"/>
              </p:ext>
            </p:extLst>
          </p:nvPr>
        </p:nvGraphicFramePr>
        <p:xfrm>
          <a:off x="1205640" y="1316815"/>
          <a:ext cx="9863872" cy="2062844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665304">
                  <a:extLst>
                    <a:ext uri="{9D8B030D-6E8A-4147-A177-3AD203B41FA5}">
                      <a16:colId xmlns:a16="http://schemas.microsoft.com/office/drawing/2014/main" val="3253638794"/>
                    </a:ext>
                  </a:extLst>
                </a:gridCol>
                <a:gridCol w="1273192">
                  <a:extLst>
                    <a:ext uri="{9D8B030D-6E8A-4147-A177-3AD203B41FA5}">
                      <a16:colId xmlns:a16="http://schemas.microsoft.com/office/drawing/2014/main" val="1867732450"/>
                    </a:ext>
                  </a:extLst>
                </a:gridCol>
                <a:gridCol w="2204219">
                  <a:extLst>
                    <a:ext uri="{9D8B030D-6E8A-4147-A177-3AD203B41FA5}">
                      <a16:colId xmlns:a16="http://schemas.microsoft.com/office/drawing/2014/main" val="1664153619"/>
                    </a:ext>
                  </a:extLst>
                </a:gridCol>
                <a:gridCol w="1364106">
                  <a:extLst>
                    <a:ext uri="{9D8B030D-6E8A-4147-A177-3AD203B41FA5}">
                      <a16:colId xmlns:a16="http://schemas.microsoft.com/office/drawing/2014/main" val="2565458070"/>
                    </a:ext>
                  </a:extLst>
                </a:gridCol>
                <a:gridCol w="1464352">
                  <a:extLst>
                    <a:ext uri="{9D8B030D-6E8A-4147-A177-3AD203B41FA5}">
                      <a16:colId xmlns:a16="http://schemas.microsoft.com/office/drawing/2014/main" val="2378381482"/>
                    </a:ext>
                  </a:extLst>
                </a:gridCol>
                <a:gridCol w="1277452">
                  <a:extLst>
                    <a:ext uri="{9D8B030D-6E8A-4147-A177-3AD203B41FA5}">
                      <a16:colId xmlns:a16="http://schemas.microsoft.com/office/drawing/2014/main" val="1390252884"/>
                    </a:ext>
                  </a:extLst>
                </a:gridCol>
                <a:gridCol w="1615247">
                  <a:extLst>
                    <a:ext uri="{9D8B030D-6E8A-4147-A177-3AD203B41FA5}">
                      <a16:colId xmlns:a16="http://schemas.microsoft.com/office/drawing/2014/main" val="1385438030"/>
                    </a:ext>
                  </a:extLst>
                </a:gridCol>
              </a:tblGrid>
              <a:tr h="416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</a:rPr>
                        <a:t>No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</a:rPr>
                        <a:t>Model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Configuration</a:t>
                      </a:r>
                    </a:p>
                  </a:txBody>
                  <a:tcPr marL="68580" marR="68580" marT="0" marB="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</a:rPr>
                        <a:t>Accuracy (%)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>
                          <a:effectLst/>
                          <a:latin typeface="Gama-Sans light" pitchFamily="2" charset="0"/>
                        </a:rPr>
                        <a:t>Precision (%)</a:t>
                      </a:r>
                      <a:endParaRPr lang="en-ID" sz="1800" kern="10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>
                          <a:effectLst/>
                          <a:latin typeface="Gama-Sans light" pitchFamily="2" charset="0"/>
                        </a:rPr>
                        <a:t>Recall (%)</a:t>
                      </a:r>
                      <a:endParaRPr lang="en-ID" sz="1800" kern="10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</a:rPr>
                        <a:t>F1-Score (%)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8685"/>
                  </a:ext>
                </a:extLst>
              </a:tr>
              <a:tr h="51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</a:rPr>
                        <a:t>1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</a:rPr>
                        <a:t>EfficientNetB0 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Hybrid Conv 256 (3x3)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</a:rPr>
                        <a:t>93.35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</a:rPr>
                        <a:t>91.40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</a:rPr>
                        <a:t>95.70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</a:rPr>
                        <a:t>93.50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77556459"/>
                  </a:ext>
                </a:extLst>
              </a:tr>
              <a:tr h="51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</a:rPr>
                        <a:t>2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MobileNetV2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Gama-Sans light" pitchFamily="2" charset="0"/>
                          <a:ea typeface="+mn-ea"/>
                          <a:cs typeface="+mn-cs"/>
                        </a:rPr>
                        <a:t>Fine-Tune 50% + </a:t>
                      </a:r>
                      <a:r>
                        <a:rPr lang="en-ID" sz="1800" kern="100" dirty="0">
                          <a:effectLst/>
                          <a:latin typeface="Gama-Sans light" pitchFamily="2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Hybrid Conv 256 (3x3)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solidFill>
                            <a:schemeClr val="dk1"/>
                          </a:solidFill>
                          <a:effectLst/>
                          <a:latin typeface="Gama-Sans light" pitchFamily="2" charset="0"/>
                          <a:ea typeface="+mn-ea"/>
                          <a:cs typeface="+mn-cs"/>
                        </a:rPr>
                        <a:t>91.50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solidFill>
                            <a:schemeClr val="dk1"/>
                          </a:solidFill>
                          <a:effectLst/>
                          <a:latin typeface="Gama-Sans light" pitchFamily="2" charset="0"/>
                          <a:ea typeface="+mn-ea"/>
                          <a:cs typeface="+mn-cs"/>
                        </a:rPr>
                        <a:t>92.19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solidFill>
                            <a:schemeClr val="dk1"/>
                          </a:solidFill>
                          <a:effectLst/>
                          <a:latin typeface="Gama-Sans light" pitchFamily="2" charset="0"/>
                          <a:ea typeface="+mn-ea"/>
                          <a:cs typeface="+mn-cs"/>
                        </a:rPr>
                        <a:t>91.50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solidFill>
                            <a:schemeClr val="dk1"/>
                          </a:solidFill>
                          <a:effectLst/>
                          <a:latin typeface="Gama-Sans light" pitchFamily="2" charset="0"/>
                          <a:ea typeface="+mn-ea"/>
                          <a:cs typeface="+mn-cs"/>
                        </a:rPr>
                        <a:t>91.47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4353149"/>
                  </a:ext>
                </a:extLst>
              </a:tr>
              <a:tr h="51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</a:rPr>
                        <a:t>3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800" kern="100" dirty="0" err="1">
                          <a:effectLst/>
                          <a:latin typeface="Gama-Sans light" pitchFamily="2" charset="0"/>
                        </a:rPr>
                        <a:t>ResNet</a:t>
                      </a:r>
                      <a:endParaRPr lang="en-ID" sz="1800" kern="100" dirty="0">
                        <a:effectLst/>
                        <a:latin typeface="Gama-Sans light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kern="100" dirty="0">
                          <a:effectLst/>
                          <a:latin typeface="Gama-Sans light" pitchFamily="2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Fine-Tune 50% + Hybrid Conv 512 (7x7)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solidFill>
                            <a:schemeClr val="dk1"/>
                          </a:solidFill>
                          <a:effectLst/>
                          <a:latin typeface="Gama-Sans light" pitchFamily="2" charset="0"/>
                          <a:ea typeface="+mn-ea"/>
                          <a:cs typeface="+mn-cs"/>
                        </a:rPr>
                        <a:t>90.05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solidFill>
                            <a:schemeClr val="dk1"/>
                          </a:solidFill>
                          <a:effectLst/>
                          <a:latin typeface="Gama-Sans light" pitchFamily="2" charset="0"/>
                          <a:ea typeface="+mn-ea"/>
                          <a:cs typeface="+mn-cs"/>
                        </a:rPr>
                        <a:t>92.4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00" dirty="0">
                          <a:solidFill>
                            <a:schemeClr val="dk1"/>
                          </a:solidFill>
                          <a:effectLst/>
                          <a:latin typeface="Gama-Sans light" pitchFamily="2" charset="0"/>
                          <a:ea typeface="+mn-ea"/>
                          <a:cs typeface="+mn-cs"/>
                        </a:rPr>
                        <a:t>88,25</a:t>
                      </a:r>
                      <a:endParaRPr lang="en-ID" sz="1800" kern="100" dirty="0">
                        <a:solidFill>
                          <a:schemeClr val="dk1"/>
                        </a:solidFill>
                        <a:effectLst/>
                        <a:latin typeface="Gama-Sans ligh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kern="100" dirty="0">
                          <a:solidFill>
                            <a:schemeClr val="dk1"/>
                          </a:solidFill>
                          <a:effectLst/>
                          <a:latin typeface="Gama-Sans light" pitchFamily="2" charset="0"/>
                          <a:ea typeface="+mn-ea"/>
                          <a:cs typeface="+mn-cs"/>
                        </a:rPr>
                        <a:t>90.27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210325"/>
                  </a:ext>
                </a:extLst>
              </a:tr>
            </a:tbl>
          </a:graphicData>
        </a:graphic>
      </p:graphicFrame>
      <p:pic>
        <p:nvPicPr>
          <p:cNvPr id="6" name="Picture 5" descr="A green squares with white text&#10;&#10;AI-generated content may be incorrect.">
            <a:extLst>
              <a:ext uri="{FF2B5EF4-FFF2-40B4-BE49-F238E27FC236}">
                <a16:creationId xmlns:a16="http://schemas.microsoft.com/office/drawing/2014/main" id="{E1D80A68-FCC9-CFCC-9AF4-F5F6A34E72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" t="5018" r="11210" b="-7"/>
          <a:stretch>
            <a:fillRect/>
          </a:stretch>
        </p:blipFill>
        <p:spPr bwMode="auto">
          <a:xfrm>
            <a:off x="7695031" y="3338545"/>
            <a:ext cx="2732214" cy="2606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blue and white graph&#10;&#10;Description automatically generated">
            <a:extLst>
              <a:ext uri="{FF2B5EF4-FFF2-40B4-BE49-F238E27FC236}">
                <a16:creationId xmlns:a16="http://schemas.microsoft.com/office/drawing/2014/main" id="{9980A71C-B140-08E5-A06C-CBFB2B811E6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9" t="36167" r="15166" b="3927"/>
          <a:stretch/>
        </p:blipFill>
        <p:spPr bwMode="auto">
          <a:xfrm>
            <a:off x="1711093" y="3443424"/>
            <a:ext cx="2490054" cy="250469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ue squares with white text&#10;&#10;Description automatically generated">
            <a:extLst>
              <a:ext uri="{FF2B5EF4-FFF2-40B4-BE49-F238E27FC236}">
                <a16:creationId xmlns:a16="http://schemas.microsoft.com/office/drawing/2014/main" id="{B7DC16D8-3E7A-F7A2-3D05-E0F9BC360A0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" t="4110" r="15331"/>
          <a:stretch/>
        </p:blipFill>
        <p:spPr bwMode="auto">
          <a:xfrm>
            <a:off x="4823386" y="3376645"/>
            <a:ext cx="2546539" cy="2606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31E876-C61D-91DF-F398-8A7FEB2DB0BF}"/>
              </a:ext>
            </a:extLst>
          </p:cNvPr>
          <p:cNvSpPr/>
          <p:nvPr/>
        </p:nvSpPr>
        <p:spPr>
          <a:xfrm>
            <a:off x="7819757" y="5925626"/>
            <a:ext cx="2546539" cy="301083"/>
          </a:xfrm>
          <a:prstGeom prst="rect">
            <a:avLst/>
          </a:prstGeom>
          <a:solidFill>
            <a:srgbClr val="D6DCE5">
              <a:alpha val="6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kern="100" dirty="0" err="1">
                <a:ln>
                  <a:solidFill>
                    <a:srgbClr val="01416B"/>
                  </a:solidFill>
                </a:ln>
                <a:latin typeface="Gama-Sans light" pitchFamily="2" charset="0"/>
              </a:rPr>
              <a:t>ResNet</a:t>
            </a:r>
            <a:endParaRPr lang="en-US" sz="1400" dirty="0">
              <a:ln>
                <a:solidFill>
                  <a:srgbClr val="01416B"/>
                </a:solidFill>
              </a:ln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14A720-475C-88C4-6D59-C5BCC039F917}"/>
              </a:ext>
            </a:extLst>
          </p:cNvPr>
          <p:cNvSpPr/>
          <p:nvPr/>
        </p:nvSpPr>
        <p:spPr>
          <a:xfrm>
            <a:off x="4906538" y="5943601"/>
            <a:ext cx="2462076" cy="301083"/>
          </a:xfrm>
          <a:prstGeom prst="rect">
            <a:avLst/>
          </a:prstGeom>
          <a:solidFill>
            <a:srgbClr val="D6DCE5">
              <a:alpha val="6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kern="100" dirty="0">
                <a:ln>
                  <a:solidFill>
                    <a:srgbClr val="01416B"/>
                  </a:solidFill>
                </a:ln>
                <a:latin typeface="Gama-Sans light" pitchFamily="2" charset="0"/>
              </a:rPr>
              <a:t>MobileNetV2</a:t>
            </a:r>
            <a:endParaRPr lang="en-US" sz="1400" dirty="0">
              <a:ln>
                <a:solidFill>
                  <a:srgbClr val="01416B"/>
                </a:solidFill>
              </a:ln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CAD568-3635-8566-2FA1-FE0936D7299B}"/>
              </a:ext>
            </a:extLst>
          </p:cNvPr>
          <p:cNvSpPr/>
          <p:nvPr/>
        </p:nvSpPr>
        <p:spPr>
          <a:xfrm>
            <a:off x="1992006" y="5943601"/>
            <a:ext cx="2462076" cy="301083"/>
          </a:xfrm>
          <a:prstGeom prst="rect">
            <a:avLst/>
          </a:prstGeom>
          <a:solidFill>
            <a:srgbClr val="D6DCE5">
              <a:alpha val="6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kern="100" dirty="0">
                <a:ln>
                  <a:solidFill>
                    <a:srgbClr val="01416B"/>
                  </a:solidFill>
                </a:ln>
                <a:latin typeface="Gama-Sans light" pitchFamily="2" charset="0"/>
              </a:rPr>
              <a:t>EfficientNetB0</a:t>
            </a:r>
            <a:endParaRPr lang="en-US" sz="1400" dirty="0">
              <a:ln>
                <a:solidFill>
                  <a:srgbClr val="01416B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269244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F1CC3-12E9-70A0-C5E7-EDAA692E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D6F299-0DBB-16F2-80D2-6D7BC5B41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56" y="457722"/>
            <a:ext cx="7518722" cy="711321"/>
          </a:xfrm>
        </p:spPr>
        <p:txBody>
          <a:bodyPr/>
          <a:lstStyle/>
          <a:p>
            <a:r>
              <a:rPr lang="en-US" dirty="0"/>
              <a:t>Test Results – Best Model</a:t>
            </a:r>
          </a:p>
        </p:txBody>
      </p:sp>
      <p:pic>
        <p:nvPicPr>
          <p:cNvPr id="13" name="Picture 12" descr="A collage of people's faces&#10;&#10;AI-generated content may be incorrect.">
            <a:extLst>
              <a:ext uri="{FF2B5EF4-FFF2-40B4-BE49-F238E27FC236}">
                <a16:creationId xmlns:a16="http://schemas.microsoft.com/office/drawing/2014/main" id="{B716C5BF-B2F3-16E4-098A-0E338F809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56" y="1406565"/>
            <a:ext cx="11078479" cy="460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089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D9E98-7DE6-909E-2586-3885C563D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51C1E-246A-F683-73AC-51F1FA08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56" y="457722"/>
            <a:ext cx="7518722" cy="711321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78104BE-BBCB-A8CD-9E87-8F9D41843326}"/>
              </a:ext>
            </a:extLst>
          </p:cNvPr>
          <p:cNvSpPr txBox="1">
            <a:spLocks/>
          </p:cNvSpPr>
          <p:nvPr/>
        </p:nvSpPr>
        <p:spPr>
          <a:xfrm>
            <a:off x="629855" y="1585732"/>
            <a:ext cx="10980253" cy="41958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 sz="2400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E8AF1771-FFB0-F9DC-1574-BE8FD9EC2CF0}"/>
              </a:ext>
            </a:extLst>
          </p:cNvPr>
          <p:cNvSpPr txBox="1">
            <a:spLocks/>
          </p:cNvSpPr>
          <p:nvPr/>
        </p:nvSpPr>
        <p:spPr>
          <a:xfrm>
            <a:off x="629856" y="1585732"/>
            <a:ext cx="11000866" cy="41958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ma-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sz="2600" b="1" dirty="0"/>
              <a:t>EfficientNetB0 + 3×3 Conv Head (256 filters) </a:t>
            </a:r>
            <a:r>
              <a:rPr lang="en-ID" sz="2600" dirty="0"/>
              <a:t>delivers the best performance with an </a:t>
            </a:r>
            <a:r>
              <a:rPr lang="en-ID" sz="2600" b="1" dirty="0"/>
              <a:t>F1-Score of 93.50%</a:t>
            </a:r>
            <a:r>
              <a:rPr lang="en-ID" sz="2600" dirty="0"/>
              <a:t>.</a:t>
            </a:r>
          </a:p>
          <a:p>
            <a:r>
              <a:rPr lang="en-ID" sz="2600" dirty="0"/>
              <a:t>Adding a </a:t>
            </a:r>
            <a:r>
              <a:rPr lang="en-ID" sz="2600" b="1" dirty="0"/>
              <a:t>small 3×3 convolutional layer</a:t>
            </a:r>
            <a:r>
              <a:rPr lang="en-ID" sz="2600" dirty="0"/>
              <a:t> at the final stage is more effective for capturing subtle deepfake artifacts than standard dense-only classification heads or larger convolution kernels (e.g., 7×7)</a:t>
            </a:r>
          </a:p>
          <a:p>
            <a:r>
              <a:rPr lang="en-ID" sz="2600" b="1" dirty="0"/>
              <a:t>Fine-tuning boosts </a:t>
            </a:r>
            <a:r>
              <a:rPr lang="en-ID" sz="2600" dirty="0"/>
              <a:t>MobileNetV2 and ResNet50, but EfficientNetB0 remains the most stable and efficient.  </a:t>
            </a:r>
          </a:p>
          <a:p>
            <a:r>
              <a:rPr lang="en-ID" sz="2600" dirty="0"/>
              <a:t>Recommended model: EfficientNetB0 with custom 3×3 conv head for the best accuracy–robustness balance.</a:t>
            </a:r>
          </a:p>
          <a:p>
            <a:endParaRPr lang="en-ID" sz="2600" dirty="0"/>
          </a:p>
        </p:txBody>
      </p:sp>
    </p:spTree>
    <p:extLst>
      <p:ext uri="{BB962C8B-B14F-4D97-AF65-F5344CB8AC3E}">
        <p14:creationId xmlns:p14="http://schemas.microsoft.com/office/powerpoint/2010/main" val="2441043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7654C74-C99D-D82F-FA19-5A917FB11220}"/>
              </a:ext>
            </a:extLst>
          </p:cNvPr>
          <p:cNvSpPr txBox="1"/>
          <p:nvPr/>
        </p:nvSpPr>
        <p:spPr>
          <a:xfrm>
            <a:off x="3726441" y="5671502"/>
            <a:ext cx="473911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spc="210" baseline="0" dirty="0">
                <a:ln/>
                <a:solidFill>
                  <a:srgbClr val="FFFFFF"/>
                </a:solidFill>
                <a:latin typeface="Gama-Sans-Bold"/>
                <a:sym typeface="Gama-Sans-Bold"/>
                <a:rtl val="0"/>
              </a:rPr>
              <a:t>LOCALLY ROOTED, GLOBALLY RESPECTED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955FF0-55FD-AF86-F523-459AE84D98FC}"/>
              </a:ext>
            </a:extLst>
          </p:cNvPr>
          <p:cNvSpPr txBox="1"/>
          <p:nvPr/>
        </p:nvSpPr>
        <p:spPr>
          <a:xfrm>
            <a:off x="5425784" y="5974270"/>
            <a:ext cx="13404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spc="300" baseline="0" dirty="0" err="1">
                <a:ln/>
                <a:solidFill>
                  <a:srgbClr val="FFFFFF"/>
                </a:solidFill>
                <a:latin typeface="Gama-Sans-Bold"/>
                <a:sym typeface="Gama-Sans-Bold"/>
                <a:rtl val="0"/>
              </a:rPr>
              <a:t>ugm.ac.id</a:t>
            </a:r>
            <a:endParaRPr lang="en-US" sz="1500" spc="300" baseline="0" dirty="0">
              <a:ln/>
              <a:solidFill>
                <a:srgbClr val="FFFFFF"/>
              </a:solidFill>
              <a:latin typeface="Gama-Sans-Bold"/>
              <a:sym typeface="Gama-Sans-Bold"/>
              <a:rtl val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38FFA2F-4920-8E77-4505-274BD6A4A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1812" y="606461"/>
            <a:ext cx="8620188" cy="6251539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E96AD53-B4A5-21C9-9F52-A453E3D43B9E}"/>
              </a:ext>
            </a:extLst>
          </p:cNvPr>
          <p:cNvSpPr txBox="1"/>
          <p:nvPr/>
        </p:nvSpPr>
        <p:spPr>
          <a:xfrm>
            <a:off x="5028244" y="1127061"/>
            <a:ext cx="213552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1" i="1" spc="0" baseline="0" dirty="0">
                <a:ln/>
                <a:solidFill>
                  <a:srgbClr val="FFFFFF"/>
                </a:solidFill>
                <a:latin typeface="Gama-Sans-Light-Italic"/>
                <a:sym typeface="Gama-Sans-Light-Italic"/>
                <a:rtl val="0"/>
              </a:rPr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4132E2-5761-14F6-8365-858B58671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418" y="3094380"/>
            <a:ext cx="2201164" cy="227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97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lnSpc>
            <a:spcPts val="2080"/>
          </a:lnSpc>
          <a:defRPr sz="1400" spc="0" baseline="0" dirty="0" err="1">
            <a:ln/>
            <a:solidFill>
              <a:srgbClr val="FFFFFF"/>
            </a:solidFill>
            <a:latin typeface="Gama-Sans-Regular"/>
            <a:sym typeface="Gama-Sans-Regular"/>
            <a:rtl val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22164</TotalTime>
  <Words>1057</Words>
  <Application>Microsoft Office PowerPoint</Application>
  <PresentationFormat>Widescreen</PresentationFormat>
  <Paragraphs>312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Gama-Sans</vt:lpstr>
      <vt:lpstr>Gama-Sans light</vt:lpstr>
      <vt:lpstr>Gama-Sans-Bold</vt:lpstr>
      <vt:lpstr>Gama-Sans-Light-Italic</vt:lpstr>
      <vt:lpstr>Office Theme</vt:lpstr>
      <vt:lpstr>Comparative Evaluation of Transfer Learning Strategies for AI-Generated Face Detection using EfficientNetB0, ResNet50, and MobileNetV2  Rismiyati*, Herlina*, I Gede Bintang Arya Budaya*  </vt:lpstr>
      <vt:lpstr>Introduction - Research Problem</vt:lpstr>
      <vt:lpstr>Methods</vt:lpstr>
      <vt:lpstr>Dataset Details</vt:lpstr>
      <vt:lpstr>The Proposed Training Model</vt:lpstr>
      <vt:lpstr>Result –ResNet50</vt:lpstr>
      <vt:lpstr>Result –EfficientNet</vt:lpstr>
      <vt:lpstr>Result –MobileNet</vt:lpstr>
      <vt:lpstr>Results – Comparison 3 models</vt:lpstr>
      <vt:lpstr>Test Results – Best Model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noorqa.zanial.a</dc:creator>
  <cp:lastModifiedBy>Rismi Yati</cp:lastModifiedBy>
  <cp:revision>29</cp:revision>
  <cp:lastPrinted>2025-09-04T14:17:40Z</cp:lastPrinted>
  <dcterms:created xsi:type="dcterms:W3CDTF">2022-08-09T23:17:09Z</dcterms:created>
  <dcterms:modified xsi:type="dcterms:W3CDTF">2025-12-03T10:03:29Z</dcterms:modified>
</cp:coreProperties>
</file>